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6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Lst>
  <p:sldSz cy="6858000" cx="9144000"/>
  <p:notesSz cx="6858000" cy="9144000"/>
  <p:embeddedFontLst>
    <p:embeddedFont>
      <p:font typeface="Tahoma"/>
      <p:regular r:id="rId41"/>
      <p:bold r:id="rId4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http://customooxmlschemas.google.com/">
      <go:slidesCustomData xmlns:go="http://customooxmlschemas.google.com/" r:id="rId43" roundtripDataSignature="AMtx7mikHRX+uaTB041dp3ma/gteLBpY2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20" Type="http://schemas.openxmlformats.org/officeDocument/2006/relationships/slide" Target="slides/slide14.xml"/><Relationship Id="rId42" Type="http://schemas.openxmlformats.org/officeDocument/2006/relationships/font" Target="fonts/Tahoma-bold.fntdata"/><Relationship Id="rId41" Type="http://schemas.openxmlformats.org/officeDocument/2006/relationships/font" Target="fonts/Tahoma-regular.fntdata"/><Relationship Id="rId22" Type="http://schemas.openxmlformats.org/officeDocument/2006/relationships/slide" Target="slides/slide16.xml"/><Relationship Id="rId21" Type="http://schemas.openxmlformats.org/officeDocument/2006/relationships/slide" Target="slides/slide15.xml"/><Relationship Id="rId43" Type="http://customschemas.google.com/relationships/presentationmetadata" Target="metadata"/><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slide" Target="slides/slide31.xml"/><Relationship Id="rId14" Type="http://schemas.openxmlformats.org/officeDocument/2006/relationships/slide" Target="slides/slide8.xml"/><Relationship Id="rId36" Type="http://schemas.openxmlformats.org/officeDocument/2006/relationships/slide" Target="slides/slide30.xml"/><Relationship Id="rId17" Type="http://schemas.openxmlformats.org/officeDocument/2006/relationships/slide" Target="slides/slide11.xml"/><Relationship Id="rId39" Type="http://schemas.openxmlformats.org/officeDocument/2006/relationships/slide" Target="slides/slide33.xml"/><Relationship Id="rId16" Type="http://schemas.openxmlformats.org/officeDocument/2006/relationships/slide" Target="slides/slide10.xml"/><Relationship Id="rId38" Type="http://schemas.openxmlformats.org/officeDocument/2006/relationships/slide" Target="slides/slide32.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1" baseline="-25000" i="1" sz="28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1" baseline="-25000" i="1" sz="2800" u="none" cap="none" strike="noStrike">
                <a:solidFill>
                  <a:srgbClr val="000000"/>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1" baseline="-25000" i="1" sz="2800" u="none" cap="none" strike="noStrike">
                <a:solidFill>
                  <a:srgbClr val="000000"/>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1" baseline="-25000" i="1" sz="2800" u="none" cap="none" strike="noStrike">
                <a:solidFill>
                  <a:srgbClr val="000000"/>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1" baseline="-25000" i="1" sz="2800" u="none" cap="none" strike="noStrike">
                <a:solidFill>
                  <a:srgbClr val="000000"/>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1" baseline="-25000" i="1" sz="2800" u="none" cap="none" strike="noStrike">
                <a:solidFill>
                  <a:srgbClr val="000000"/>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1" baseline="-25000" i="1" sz="2800" u="none" cap="none" strike="noStrike">
                <a:solidFill>
                  <a:srgbClr val="000000"/>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1" baseline="-25000" i="1" sz="2800" u="none" cap="none" strike="noStrike">
                <a:solidFill>
                  <a:srgbClr val="000000"/>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1" baseline="-25000" i="1" sz="2800" u="none" cap="none" strike="noStrike">
                <a:solidFill>
                  <a:srgbClr val="000000"/>
                </a:solidFill>
                <a:latin typeface="Times New Roman"/>
                <a:ea typeface="Times New Roman"/>
                <a:cs typeface="Times New Roman"/>
                <a:sym typeface="Times New Roman"/>
              </a:defRPr>
            </a:lvl9pPr>
          </a:lstStyle>
          <a:p/>
        </p:txBody>
      </p:sp>
      <p:sp>
        <p:nvSpPr>
          <p:cNvPr id="4" name="Google Shape;4;n"/>
          <p:cNvSpPr txBox="1"/>
          <p:nvPr>
            <p:ph idx="10" type="dt"/>
          </p:nvPr>
        </p:nvSpPr>
        <p:spPr>
          <a:xfrm>
            <a:off x="3884612"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1" baseline="-25000" i="1" sz="28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1" baseline="-25000" i="1" sz="2800" u="none" cap="none" strike="noStrike">
                <a:solidFill>
                  <a:srgbClr val="000000"/>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1" baseline="-25000" i="1" sz="2800" u="none" cap="none" strike="noStrike">
                <a:solidFill>
                  <a:srgbClr val="000000"/>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1" baseline="-25000" i="1" sz="2800" u="none" cap="none" strike="noStrike">
                <a:solidFill>
                  <a:srgbClr val="000000"/>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1" baseline="-25000" i="1" sz="2800" u="none" cap="none" strike="noStrike">
                <a:solidFill>
                  <a:srgbClr val="000000"/>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1" baseline="-25000" i="1" sz="2800" u="none" cap="none" strike="noStrike">
                <a:solidFill>
                  <a:srgbClr val="000000"/>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1" baseline="-25000" i="1" sz="2800" u="none" cap="none" strike="noStrike">
                <a:solidFill>
                  <a:srgbClr val="000000"/>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1" baseline="-25000" i="1" sz="2800" u="none" cap="none" strike="noStrike">
                <a:solidFill>
                  <a:srgbClr val="000000"/>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1" baseline="-25000" i="1" sz="2800" u="none" cap="none" strike="noStrike">
                <a:solidFill>
                  <a:srgbClr val="000000"/>
                </a:solidFill>
                <a:latin typeface="Times New Roman"/>
                <a:ea typeface="Times New Roman"/>
                <a:cs typeface="Times New Roman"/>
                <a:sym typeface="Times New Roman"/>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7" name="Google Shape;7;n"/>
          <p:cNvSpPr txBox="1"/>
          <p:nvPr>
            <p:ph idx="11" type="ftr"/>
          </p:nvPr>
        </p:nvSpPr>
        <p:spPr>
          <a:xfrm>
            <a:off x="0" y="8685212"/>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1" baseline="-25000" i="1" sz="28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1" baseline="-25000" i="1" sz="2800" u="none" cap="none" strike="noStrike">
                <a:solidFill>
                  <a:srgbClr val="000000"/>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1" baseline="-25000" i="1" sz="2800" u="none" cap="none" strike="noStrike">
                <a:solidFill>
                  <a:srgbClr val="000000"/>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1" baseline="-25000" i="1" sz="2800" u="none" cap="none" strike="noStrike">
                <a:solidFill>
                  <a:srgbClr val="000000"/>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1" baseline="-25000" i="1" sz="2800" u="none" cap="none" strike="noStrike">
                <a:solidFill>
                  <a:srgbClr val="000000"/>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1" baseline="-25000" i="1" sz="2800" u="none" cap="none" strike="noStrike">
                <a:solidFill>
                  <a:srgbClr val="000000"/>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1" baseline="-25000" i="1" sz="2800" u="none" cap="none" strike="noStrike">
                <a:solidFill>
                  <a:srgbClr val="000000"/>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1" baseline="-25000" i="1" sz="2800" u="none" cap="none" strike="noStrike">
                <a:solidFill>
                  <a:srgbClr val="000000"/>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1" baseline="-25000" i="1" sz="2800" u="none" cap="none" strike="noStrike">
                <a:solidFill>
                  <a:srgbClr val="000000"/>
                </a:solidFill>
                <a:latin typeface="Times New Roman"/>
                <a:ea typeface="Times New Roman"/>
                <a:cs typeface="Times New Roman"/>
                <a:sym typeface="Times New Roman"/>
              </a:defRPr>
            </a:lvl9pPr>
          </a:lstStyle>
          <a:p/>
        </p:txBody>
      </p:sp>
      <p:sp>
        <p:nvSpPr>
          <p:cNvPr id="8" name="Google Shape;8;n"/>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p1: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a:p>
        </p:txBody>
      </p:sp>
      <p:sp>
        <p:nvSpPr>
          <p:cNvPr id="81" name="Google Shape;81;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2" name="Google Shape;82;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2: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a:p>
        </p:txBody>
      </p:sp>
      <p:sp>
        <p:nvSpPr>
          <p:cNvPr id="92" name="Google Shape;92;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3" name="Google Shape;93;p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3: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04" name="Google Shape;104;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5" name="Google Shape;105;p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4: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22" name="Google Shape;122;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3" name="Google Shape;123;p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5: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41" name="Google Shape;141;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2" name="Google Shape;142;p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6: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52" name="Google Shape;152;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3" name="Google Shape;153;p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7: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64" name="Google Shape;164;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5" name="Google Shape;165;p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8: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76" name="Google Shape;176;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7" name="Google Shape;177;p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9: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95" name="Google Shape;195;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6" name="Google Shape;196;p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10: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213" name="Google Shape;213;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4" name="Google Shape;214;p1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11: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231" name="Google Shape;231;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2" name="Google Shape;232;p1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12: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242" name="Google Shape;242;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3" name="Google Shape;243;p1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13: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261" name="Google Shape;261;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2" name="Google Shape;262;p1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p14: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280" name="Google Shape;280;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1" name="Google Shape;281;p1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p15: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298" name="Google Shape;298;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9" name="Google Shape;299;p1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16: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316" name="Google Shape;316;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7" name="Google Shape;317;p1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p17: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334" name="Google Shape;334;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5" name="Google Shape;335;p1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p18: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353" name="Google Shape;353;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4" name="Google Shape;354;p1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p19: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365" name="Google Shape;365;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6" name="Google Shape;366;p1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p20: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384" name="Google Shape;384;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5" name="Google Shape;385;p2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p21: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401" name="Google Shape;401;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2" name="Google Shape;402;p2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p22: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420" name="Google Shape;420;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21" name="Google Shape;421;p2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p23: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437" name="Google Shape;437;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38" name="Google Shape;438;p2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p24: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456" name="Google Shape;456;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57" name="Google Shape;457;p2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 name="Shape 471"/>
        <p:cNvGrpSpPr/>
        <p:nvPr/>
      </p:nvGrpSpPr>
      <p:grpSpPr>
        <a:xfrm>
          <a:off x="0" y="0"/>
          <a:ext cx="0" cy="0"/>
          <a:chOff x="0" y="0"/>
          <a:chExt cx="0" cy="0"/>
        </a:xfrm>
      </p:grpSpPr>
      <p:sp>
        <p:nvSpPr>
          <p:cNvPr id="472" name="Google Shape;472;p25: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473" name="Google Shape;473;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74" name="Google Shape;474;p2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0" name="Shape 490"/>
        <p:cNvGrpSpPr/>
        <p:nvPr/>
      </p:nvGrpSpPr>
      <p:grpSpPr>
        <a:xfrm>
          <a:off x="0" y="0"/>
          <a:ext cx="0" cy="0"/>
          <a:chOff x="0" y="0"/>
          <a:chExt cx="0" cy="0"/>
        </a:xfrm>
      </p:grpSpPr>
      <p:sp>
        <p:nvSpPr>
          <p:cNvPr id="491" name="Google Shape;491;p26: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492" name="Google Shape;492;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93" name="Google Shape;493;p2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 name="Shape 501"/>
        <p:cNvGrpSpPr/>
        <p:nvPr/>
      </p:nvGrpSpPr>
      <p:grpSpPr>
        <a:xfrm>
          <a:off x="0" y="0"/>
          <a:ext cx="0" cy="0"/>
          <a:chOff x="0" y="0"/>
          <a:chExt cx="0" cy="0"/>
        </a:xfrm>
      </p:grpSpPr>
      <p:sp>
        <p:nvSpPr>
          <p:cNvPr id="502" name="Google Shape;502;p27: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503" name="Google Shape;503;p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04" name="Google Shape;504;p2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8" name="Shape 518"/>
        <p:cNvGrpSpPr/>
        <p:nvPr/>
      </p:nvGrpSpPr>
      <p:grpSpPr>
        <a:xfrm>
          <a:off x="0" y="0"/>
          <a:ext cx="0" cy="0"/>
          <a:chOff x="0" y="0"/>
          <a:chExt cx="0" cy="0"/>
        </a:xfrm>
      </p:grpSpPr>
      <p:sp>
        <p:nvSpPr>
          <p:cNvPr id="519" name="Google Shape;519;p28: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520" name="Google Shape;520;p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21" name="Google Shape;521;p2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p29: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531" name="Google Shape;531;p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32" name="Google Shape;532;p2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8" name="Shape 548"/>
        <p:cNvGrpSpPr/>
        <p:nvPr/>
      </p:nvGrpSpPr>
      <p:grpSpPr>
        <a:xfrm>
          <a:off x="0" y="0"/>
          <a:ext cx="0" cy="0"/>
          <a:chOff x="0" y="0"/>
          <a:chExt cx="0" cy="0"/>
        </a:xfrm>
      </p:grpSpPr>
      <p:sp>
        <p:nvSpPr>
          <p:cNvPr id="549" name="Google Shape;549;p30: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550" name="Google Shape;550;p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51" name="Google Shape;551;p3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p3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1" name="Google Shape;561;p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6" name="Shape 566"/>
        <p:cNvGrpSpPr/>
        <p:nvPr/>
      </p:nvGrpSpPr>
      <p:grpSpPr>
        <a:xfrm>
          <a:off x="0" y="0"/>
          <a:ext cx="0" cy="0"/>
          <a:chOff x="0" y="0"/>
          <a:chExt cx="0" cy="0"/>
        </a:xfrm>
      </p:grpSpPr>
      <p:sp>
        <p:nvSpPr>
          <p:cNvPr id="567" name="Google Shape;567;p3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8" name="Google Shape;568;p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 name="Shape 574"/>
        <p:cNvGrpSpPr/>
        <p:nvPr/>
      </p:nvGrpSpPr>
      <p:grpSpPr>
        <a:xfrm>
          <a:off x="0" y="0"/>
          <a:ext cx="0" cy="0"/>
          <a:chOff x="0" y="0"/>
          <a:chExt cx="0" cy="0"/>
        </a:xfrm>
      </p:grpSpPr>
      <p:sp>
        <p:nvSpPr>
          <p:cNvPr id="575" name="Google Shape;575;p3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6" name="Google Shape;576;p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2" name="Shape 582"/>
        <p:cNvGrpSpPr/>
        <p:nvPr/>
      </p:nvGrpSpPr>
      <p:grpSpPr>
        <a:xfrm>
          <a:off x="0" y="0"/>
          <a:ext cx="0" cy="0"/>
          <a:chOff x="0" y="0"/>
          <a:chExt cx="0" cy="0"/>
        </a:xfrm>
      </p:grpSpPr>
      <p:sp>
        <p:nvSpPr>
          <p:cNvPr id="583" name="Google Shape;583;p3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4" name="Google Shape;584;p3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36"/>
          <p:cNvSpPr txBox="1"/>
          <p:nvPr>
            <p:ph idx="12" type="sldNum"/>
          </p:nvPr>
        </p:nvSpPr>
        <p:spPr>
          <a:xfrm>
            <a:off x="0" y="6400800"/>
            <a:ext cx="1905000" cy="457200"/>
          </a:xfrm>
          <a:prstGeom prst="rect">
            <a:avLst/>
          </a:prstGeom>
          <a:noFill/>
          <a:ln>
            <a:noFill/>
          </a:ln>
        </p:spPr>
        <p:txBody>
          <a:bodyPr anchorCtr="0" anchor="b" bIns="45700" lIns="91425" spcFirstLastPara="1" rIns="91425" wrap="square" tIns="45700">
            <a:noAutofit/>
          </a:bodyPr>
          <a:lstStyle>
            <a:lvl1pPr indent="0" lvl="0" marL="0" marR="0" algn="l">
              <a:lnSpc>
                <a:spcPct val="100000"/>
              </a:lnSpc>
              <a:spcBef>
                <a:spcPts val="0"/>
              </a:spcBef>
              <a:spcAft>
                <a:spcPts val="0"/>
              </a:spcAft>
              <a:buClr>
                <a:schemeClr val="dk1"/>
              </a:buClr>
              <a:buSzPts val="2000"/>
              <a:buFont typeface="Arial"/>
              <a:buNone/>
              <a:defRPr b="1" i="0" sz="2000" u="none" cap="none" strike="noStrike">
                <a:solidFill>
                  <a:schemeClr val="dk1"/>
                </a:solidFill>
                <a:latin typeface="Arial"/>
                <a:ea typeface="Arial"/>
                <a:cs typeface="Arial"/>
                <a:sym typeface="Arial"/>
              </a:defRPr>
            </a:lvl1pPr>
            <a:lvl2pPr indent="0" lvl="1" marL="0" marR="0" algn="l">
              <a:lnSpc>
                <a:spcPct val="100000"/>
              </a:lnSpc>
              <a:spcBef>
                <a:spcPts val="0"/>
              </a:spcBef>
              <a:spcAft>
                <a:spcPts val="0"/>
              </a:spcAft>
              <a:buClr>
                <a:schemeClr val="dk1"/>
              </a:buClr>
              <a:buSzPts val="2000"/>
              <a:buFont typeface="Arial"/>
              <a:buNone/>
              <a:defRPr b="1" i="0" sz="2000" u="none" cap="none" strike="noStrike">
                <a:solidFill>
                  <a:schemeClr val="dk1"/>
                </a:solidFill>
                <a:latin typeface="Arial"/>
                <a:ea typeface="Arial"/>
                <a:cs typeface="Arial"/>
                <a:sym typeface="Arial"/>
              </a:defRPr>
            </a:lvl2pPr>
            <a:lvl3pPr indent="0" lvl="2" marL="0" marR="0" algn="l">
              <a:lnSpc>
                <a:spcPct val="100000"/>
              </a:lnSpc>
              <a:spcBef>
                <a:spcPts val="0"/>
              </a:spcBef>
              <a:spcAft>
                <a:spcPts val="0"/>
              </a:spcAft>
              <a:buClr>
                <a:schemeClr val="dk1"/>
              </a:buClr>
              <a:buSzPts val="2000"/>
              <a:buFont typeface="Arial"/>
              <a:buNone/>
              <a:defRPr b="1" i="0" sz="2000" u="none" cap="none" strike="noStrike">
                <a:solidFill>
                  <a:schemeClr val="dk1"/>
                </a:solidFill>
                <a:latin typeface="Arial"/>
                <a:ea typeface="Arial"/>
                <a:cs typeface="Arial"/>
                <a:sym typeface="Arial"/>
              </a:defRPr>
            </a:lvl3pPr>
            <a:lvl4pPr indent="0" lvl="3" marL="0" marR="0" algn="l">
              <a:lnSpc>
                <a:spcPct val="100000"/>
              </a:lnSpc>
              <a:spcBef>
                <a:spcPts val="0"/>
              </a:spcBef>
              <a:spcAft>
                <a:spcPts val="0"/>
              </a:spcAft>
              <a:buClr>
                <a:schemeClr val="dk1"/>
              </a:buClr>
              <a:buSzPts val="2000"/>
              <a:buFont typeface="Arial"/>
              <a:buNone/>
              <a:defRPr b="1" i="0" sz="2000" u="none" cap="none" strike="noStrike">
                <a:solidFill>
                  <a:schemeClr val="dk1"/>
                </a:solidFill>
                <a:latin typeface="Arial"/>
                <a:ea typeface="Arial"/>
                <a:cs typeface="Arial"/>
                <a:sym typeface="Arial"/>
              </a:defRPr>
            </a:lvl4pPr>
            <a:lvl5pPr indent="0" lvl="4" marL="0" marR="0" algn="l">
              <a:lnSpc>
                <a:spcPct val="100000"/>
              </a:lnSpc>
              <a:spcBef>
                <a:spcPts val="0"/>
              </a:spcBef>
              <a:spcAft>
                <a:spcPts val="0"/>
              </a:spcAft>
              <a:buClr>
                <a:schemeClr val="dk1"/>
              </a:buClr>
              <a:buSzPts val="2000"/>
              <a:buFont typeface="Arial"/>
              <a:buNone/>
              <a:defRPr b="1" i="0" sz="2000" u="none" cap="none" strike="noStrike">
                <a:solidFill>
                  <a:schemeClr val="dk1"/>
                </a:solidFill>
                <a:latin typeface="Arial"/>
                <a:ea typeface="Arial"/>
                <a:cs typeface="Arial"/>
                <a:sym typeface="Arial"/>
              </a:defRPr>
            </a:lvl5pPr>
            <a:lvl6pPr indent="0" lvl="5" marL="0" marR="0" algn="l">
              <a:lnSpc>
                <a:spcPct val="100000"/>
              </a:lnSpc>
              <a:spcBef>
                <a:spcPts val="0"/>
              </a:spcBef>
              <a:spcAft>
                <a:spcPts val="0"/>
              </a:spcAft>
              <a:buClr>
                <a:schemeClr val="dk1"/>
              </a:buClr>
              <a:buSzPts val="2000"/>
              <a:buFont typeface="Arial"/>
              <a:buNone/>
              <a:defRPr b="1" i="0" sz="2000" u="none" cap="none" strike="noStrike">
                <a:solidFill>
                  <a:schemeClr val="dk1"/>
                </a:solidFill>
                <a:latin typeface="Arial"/>
                <a:ea typeface="Arial"/>
                <a:cs typeface="Arial"/>
                <a:sym typeface="Arial"/>
              </a:defRPr>
            </a:lvl6pPr>
            <a:lvl7pPr indent="0" lvl="6" marL="0" marR="0" algn="l">
              <a:lnSpc>
                <a:spcPct val="100000"/>
              </a:lnSpc>
              <a:spcBef>
                <a:spcPts val="0"/>
              </a:spcBef>
              <a:spcAft>
                <a:spcPts val="0"/>
              </a:spcAft>
              <a:buClr>
                <a:schemeClr val="dk1"/>
              </a:buClr>
              <a:buSzPts val="2000"/>
              <a:buFont typeface="Arial"/>
              <a:buNone/>
              <a:defRPr b="1" i="0" sz="2000" u="none" cap="none" strike="noStrike">
                <a:solidFill>
                  <a:schemeClr val="dk1"/>
                </a:solidFill>
                <a:latin typeface="Arial"/>
                <a:ea typeface="Arial"/>
                <a:cs typeface="Arial"/>
                <a:sym typeface="Arial"/>
              </a:defRPr>
            </a:lvl7pPr>
            <a:lvl8pPr indent="0" lvl="7" marL="0" marR="0" algn="l">
              <a:lnSpc>
                <a:spcPct val="100000"/>
              </a:lnSpc>
              <a:spcBef>
                <a:spcPts val="0"/>
              </a:spcBef>
              <a:spcAft>
                <a:spcPts val="0"/>
              </a:spcAft>
              <a:buClr>
                <a:schemeClr val="dk1"/>
              </a:buClr>
              <a:buSzPts val="2000"/>
              <a:buFont typeface="Arial"/>
              <a:buNone/>
              <a:defRPr b="1" i="0" sz="2000" u="none" cap="none" strike="noStrike">
                <a:solidFill>
                  <a:schemeClr val="dk1"/>
                </a:solidFill>
                <a:latin typeface="Arial"/>
                <a:ea typeface="Arial"/>
                <a:cs typeface="Arial"/>
                <a:sym typeface="Arial"/>
              </a:defRPr>
            </a:lvl8pPr>
            <a:lvl9pPr indent="0" lvl="8" marL="0" marR="0" algn="l">
              <a:lnSpc>
                <a:spcPct val="100000"/>
              </a:lnSpc>
              <a:spcBef>
                <a:spcPts val="0"/>
              </a:spcBef>
              <a:spcAft>
                <a:spcPts val="0"/>
              </a:spcAft>
              <a:buClr>
                <a:schemeClr val="dk1"/>
              </a:buClr>
              <a:buSzPts val="2000"/>
              <a:buFont typeface="Arial"/>
              <a:buNone/>
              <a:defRPr b="1" i="0" sz="20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r>
              <a:rPr lang="en-US"/>
              <a:t>3.</a:t>
            </a: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3" name="Shape 13"/>
        <p:cNvGrpSpPr/>
        <p:nvPr/>
      </p:nvGrpSpPr>
      <p:grpSpPr>
        <a:xfrm>
          <a:off x="0" y="0"/>
          <a:ext cx="0" cy="0"/>
          <a:chOff x="0" y="0"/>
          <a:chExt cx="0" cy="0"/>
        </a:xfrm>
      </p:grpSpPr>
      <p:sp>
        <p:nvSpPr>
          <p:cNvPr id="14" name="Google Shape;14;p37"/>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1pPr>
            <a:lvl2pPr lvl="1"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2pPr>
            <a:lvl3pPr lvl="2"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3pPr>
            <a:lvl4pPr lvl="3"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4pPr>
            <a:lvl5pPr lvl="4"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5pPr>
            <a:lvl6pPr lvl="5"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6pPr>
            <a:lvl7pPr lvl="6"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7pPr>
            <a:lvl8pPr lvl="7"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8pPr>
            <a:lvl9pPr lvl="8"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9pPr>
          </a:lstStyle>
          <a:p/>
        </p:txBody>
      </p:sp>
      <p:sp>
        <p:nvSpPr>
          <p:cNvPr id="15" name="Google Shape;15;p3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lvl1pPr indent="-350520" lvl="0" marL="457200" marR="0" rtl="0" algn="l">
              <a:spcBef>
                <a:spcPts val="640"/>
              </a:spcBef>
              <a:spcAft>
                <a:spcPts val="0"/>
              </a:spcAft>
              <a:buClr>
                <a:schemeClr val="folHlink"/>
              </a:buClr>
              <a:buSzPts val="1920"/>
              <a:buFont typeface="Noto Sans Symbols"/>
              <a:buChar char="■"/>
              <a:defRPr b="0" i="0" sz="3200" u="none" cap="none" strike="noStrike">
                <a:solidFill>
                  <a:schemeClr val="dk1"/>
                </a:solidFill>
                <a:latin typeface="Tahoma"/>
                <a:ea typeface="Tahoma"/>
                <a:cs typeface="Tahoma"/>
                <a:sym typeface="Tahoma"/>
              </a:defRPr>
            </a:lvl1pPr>
            <a:lvl2pPr indent="-326390" lvl="1" marL="914400" marR="0" rtl="0" algn="l">
              <a:spcBef>
                <a:spcPts val="560"/>
              </a:spcBef>
              <a:spcAft>
                <a:spcPts val="0"/>
              </a:spcAft>
              <a:buClr>
                <a:schemeClr val="hlink"/>
              </a:buClr>
              <a:buSzPts val="1540"/>
              <a:buFont typeface="Noto Sans Symbols"/>
              <a:buChar char="■"/>
              <a:defRPr b="0" i="0" sz="2800" u="none" cap="none" strike="noStrike">
                <a:solidFill>
                  <a:schemeClr val="dk1"/>
                </a:solidFill>
                <a:latin typeface="Tahoma"/>
                <a:ea typeface="Tahoma"/>
                <a:cs typeface="Tahoma"/>
                <a:sym typeface="Tahoma"/>
              </a:defRPr>
            </a:lvl2pPr>
            <a:lvl3pPr indent="-304800" lvl="2" marL="1371600" marR="0" rtl="0" algn="l">
              <a:spcBef>
                <a:spcPts val="480"/>
              </a:spcBef>
              <a:spcAft>
                <a:spcPts val="0"/>
              </a:spcAft>
              <a:buClr>
                <a:schemeClr val="folHlink"/>
              </a:buClr>
              <a:buSzPts val="1200"/>
              <a:buFont typeface="Noto Sans Symbols"/>
              <a:buChar char="■"/>
              <a:defRPr b="0" i="0" sz="2400" u="none" cap="none" strike="noStrike">
                <a:solidFill>
                  <a:schemeClr val="dk1"/>
                </a:solidFill>
                <a:latin typeface="Tahoma"/>
                <a:ea typeface="Tahoma"/>
                <a:cs typeface="Tahoma"/>
                <a:sym typeface="Tahoma"/>
              </a:defRPr>
            </a:lvl3pPr>
            <a:lvl4pPr indent="-298450" lvl="3" marL="1828800" marR="0" rtl="0" algn="l">
              <a:spcBef>
                <a:spcPts val="400"/>
              </a:spcBef>
              <a:spcAft>
                <a:spcPts val="0"/>
              </a:spcAft>
              <a:buClr>
                <a:schemeClr val="accent2"/>
              </a:buClr>
              <a:buSzPts val="1100"/>
              <a:buFont typeface="Noto Sans Symbols"/>
              <a:buChar char="■"/>
              <a:defRPr b="0" i="0" sz="2000" u="none" cap="none" strike="noStrike">
                <a:solidFill>
                  <a:schemeClr val="dk1"/>
                </a:solidFill>
                <a:latin typeface="Tahoma"/>
                <a:ea typeface="Tahoma"/>
                <a:cs typeface="Tahoma"/>
                <a:sym typeface="Tahoma"/>
              </a:defRPr>
            </a:lvl4pPr>
            <a:lvl5pPr indent="-292100" lvl="4" marL="2286000" marR="0" rtl="0" algn="l">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5pPr>
            <a:lvl6pPr indent="-292100" lvl="5" marL="2743200" marR="0" rtl="0" algn="l">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6pPr>
            <a:lvl7pPr indent="-292100" lvl="6" marL="3200400" marR="0" rtl="0" algn="l">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7pPr>
            <a:lvl8pPr indent="-292100" lvl="7" marL="3657600" marR="0" rtl="0" algn="l">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8pPr>
            <a:lvl9pPr indent="-292100" lvl="8" marL="4114800" marR="0" rtl="0" algn="l">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9pPr>
          </a:lstStyle>
          <a:p/>
        </p:txBody>
      </p:sp>
      <p:sp>
        <p:nvSpPr>
          <p:cNvPr id="16" name="Google Shape;16;p37"/>
          <p:cNvSpPr txBox="1"/>
          <p:nvPr>
            <p:ph idx="12" type="sldNum"/>
          </p:nvPr>
        </p:nvSpPr>
        <p:spPr>
          <a:xfrm>
            <a:off x="0" y="6400800"/>
            <a:ext cx="1905000" cy="457200"/>
          </a:xfrm>
          <a:prstGeom prst="rect">
            <a:avLst/>
          </a:prstGeom>
          <a:noFill/>
          <a:ln>
            <a:noFill/>
          </a:ln>
        </p:spPr>
        <p:txBody>
          <a:bodyPr anchorCtr="0" anchor="b" bIns="45700" lIns="91425" spcFirstLastPara="1" rIns="91425" wrap="square" tIns="45700">
            <a:noAutofit/>
          </a:bodyPr>
          <a:lstStyle>
            <a:lvl1pPr indent="0" lvl="0" marL="0" marR="0" algn="l">
              <a:lnSpc>
                <a:spcPct val="100000"/>
              </a:lnSpc>
              <a:spcBef>
                <a:spcPts val="0"/>
              </a:spcBef>
              <a:spcAft>
                <a:spcPts val="0"/>
              </a:spcAft>
              <a:buClr>
                <a:schemeClr val="dk1"/>
              </a:buClr>
              <a:buSzPts val="2000"/>
              <a:buFont typeface="Arial"/>
              <a:buNone/>
              <a:defRPr b="1" i="0" sz="2000" u="none">
                <a:solidFill>
                  <a:schemeClr val="dk1"/>
                </a:solidFill>
                <a:latin typeface="Arial"/>
                <a:ea typeface="Arial"/>
                <a:cs typeface="Arial"/>
                <a:sym typeface="Arial"/>
              </a:defRPr>
            </a:lvl1pPr>
            <a:lvl2pPr indent="0" lvl="1" marL="0" marR="0" algn="l">
              <a:lnSpc>
                <a:spcPct val="100000"/>
              </a:lnSpc>
              <a:spcBef>
                <a:spcPts val="0"/>
              </a:spcBef>
              <a:spcAft>
                <a:spcPts val="0"/>
              </a:spcAft>
              <a:buClr>
                <a:schemeClr val="dk1"/>
              </a:buClr>
              <a:buSzPts val="2000"/>
              <a:buFont typeface="Arial"/>
              <a:buNone/>
              <a:defRPr b="1" i="0" sz="2000" u="none">
                <a:solidFill>
                  <a:schemeClr val="dk1"/>
                </a:solidFill>
                <a:latin typeface="Arial"/>
                <a:ea typeface="Arial"/>
                <a:cs typeface="Arial"/>
                <a:sym typeface="Arial"/>
              </a:defRPr>
            </a:lvl2pPr>
            <a:lvl3pPr indent="0" lvl="2" marL="0" marR="0" algn="l">
              <a:lnSpc>
                <a:spcPct val="100000"/>
              </a:lnSpc>
              <a:spcBef>
                <a:spcPts val="0"/>
              </a:spcBef>
              <a:spcAft>
                <a:spcPts val="0"/>
              </a:spcAft>
              <a:buClr>
                <a:schemeClr val="dk1"/>
              </a:buClr>
              <a:buSzPts val="2000"/>
              <a:buFont typeface="Arial"/>
              <a:buNone/>
              <a:defRPr b="1" i="0" sz="2000" u="none">
                <a:solidFill>
                  <a:schemeClr val="dk1"/>
                </a:solidFill>
                <a:latin typeface="Arial"/>
                <a:ea typeface="Arial"/>
                <a:cs typeface="Arial"/>
                <a:sym typeface="Arial"/>
              </a:defRPr>
            </a:lvl3pPr>
            <a:lvl4pPr indent="0" lvl="3" marL="0" marR="0" algn="l">
              <a:lnSpc>
                <a:spcPct val="100000"/>
              </a:lnSpc>
              <a:spcBef>
                <a:spcPts val="0"/>
              </a:spcBef>
              <a:spcAft>
                <a:spcPts val="0"/>
              </a:spcAft>
              <a:buClr>
                <a:schemeClr val="dk1"/>
              </a:buClr>
              <a:buSzPts val="2000"/>
              <a:buFont typeface="Arial"/>
              <a:buNone/>
              <a:defRPr b="1" i="0" sz="2000" u="none">
                <a:solidFill>
                  <a:schemeClr val="dk1"/>
                </a:solidFill>
                <a:latin typeface="Arial"/>
                <a:ea typeface="Arial"/>
                <a:cs typeface="Arial"/>
                <a:sym typeface="Arial"/>
              </a:defRPr>
            </a:lvl4pPr>
            <a:lvl5pPr indent="0" lvl="4" marL="0" marR="0" algn="l">
              <a:lnSpc>
                <a:spcPct val="100000"/>
              </a:lnSpc>
              <a:spcBef>
                <a:spcPts val="0"/>
              </a:spcBef>
              <a:spcAft>
                <a:spcPts val="0"/>
              </a:spcAft>
              <a:buClr>
                <a:schemeClr val="dk1"/>
              </a:buClr>
              <a:buSzPts val="2000"/>
              <a:buFont typeface="Arial"/>
              <a:buNone/>
              <a:defRPr b="1" i="0" sz="2000" u="none">
                <a:solidFill>
                  <a:schemeClr val="dk1"/>
                </a:solidFill>
                <a:latin typeface="Arial"/>
                <a:ea typeface="Arial"/>
                <a:cs typeface="Arial"/>
                <a:sym typeface="Arial"/>
              </a:defRPr>
            </a:lvl5pPr>
            <a:lvl6pPr indent="0" lvl="5" marL="0" marR="0" algn="l">
              <a:lnSpc>
                <a:spcPct val="100000"/>
              </a:lnSpc>
              <a:spcBef>
                <a:spcPts val="0"/>
              </a:spcBef>
              <a:spcAft>
                <a:spcPts val="0"/>
              </a:spcAft>
              <a:buClr>
                <a:schemeClr val="dk1"/>
              </a:buClr>
              <a:buSzPts val="2000"/>
              <a:buFont typeface="Arial"/>
              <a:buNone/>
              <a:defRPr b="1" i="0" sz="2000" u="none">
                <a:solidFill>
                  <a:schemeClr val="dk1"/>
                </a:solidFill>
                <a:latin typeface="Arial"/>
                <a:ea typeface="Arial"/>
                <a:cs typeface="Arial"/>
                <a:sym typeface="Arial"/>
              </a:defRPr>
            </a:lvl6pPr>
            <a:lvl7pPr indent="0" lvl="6" marL="0" marR="0" algn="l">
              <a:lnSpc>
                <a:spcPct val="100000"/>
              </a:lnSpc>
              <a:spcBef>
                <a:spcPts val="0"/>
              </a:spcBef>
              <a:spcAft>
                <a:spcPts val="0"/>
              </a:spcAft>
              <a:buClr>
                <a:schemeClr val="dk1"/>
              </a:buClr>
              <a:buSzPts val="2000"/>
              <a:buFont typeface="Arial"/>
              <a:buNone/>
              <a:defRPr b="1" i="0" sz="2000" u="none">
                <a:solidFill>
                  <a:schemeClr val="dk1"/>
                </a:solidFill>
                <a:latin typeface="Arial"/>
                <a:ea typeface="Arial"/>
                <a:cs typeface="Arial"/>
                <a:sym typeface="Arial"/>
              </a:defRPr>
            </a:lvl7pPr>
            <a:lvl8pPr indent="0" lvl="7" marL="0" marR="0" algn="l">
              <a:lnSpc>
                <a:spcPct val="100000"/>
              </a:lnSpc>
              <a:spcBef>
                <a:spcPts val="0"/>
              </a:spcBef>
              <a:spcAft>
                <a:spcPts val="0"/>
              </a:spcAft>
              <a:buClr>
                <a:schemeClr val="dk1"/>
              </a:buClr>
              <a:buSzPts val="2000"/>
              <a:buFont typeface="Arial"/>
              <a:buNone/>
              <a:defRPr b="1" i="0" sz="2000" u="none">
                <a:solidFill>
                  <a:schemeClr val="dk1"/>
                </a:solidFill>
                <a:latin typeface="Arial"/>
                <a:ea typeface="Arial"/>
                <a:cs typeface="Arial"/>
                <a:sym typeface="Arial"/>
              </a:defRPr>
            </a:lvl8pPr>
            <a:lvl9pPr indent="0" lvl="8" marL="0" marR="0" algn="l">
              <a:lnSpc>
                <a:spcPct val="100000"/>
              </a:lnSpc>
              <a:spcBef>
                <a:spcPts val="0"/>
              </a:spcBef>
              <a:spcAft>
                <a:spcPts val="0"/>
              </a:spcAft>
              <a:buClr>
                <a:schemeClr val="dk1"/>
              </a:buClr>
              <a:buSzPts val="2000"/>
              <a:buFont typeface="Arial"/>
              <a:buNone/>
              <a:defRPr b="1" i="0" sz="2000" u="none">
                <a:solidFill>
                  <a:schemeClr val="dk1"/>
                </a:solidFill>
                <a:latin typeface="Arial"/>
                <a:ea typeface="Arial"/>
                <a:cs typeface="Arial"/>
                <a:sym typeface="Arial"/>
              </a:defRPr>
            </a:lvl9pPr>
          </a:lstStyle>
          <a:p>
            <a:pPr indent="0" lvl="0" marL="0" rtl="0" algn="l">
              <a:spcBef>
                <a:spcPts val="0"/>
              </a:spcBef>
              <a:spcAft>
                <a:spcPts val="0"/>
              </a:spcAft>
              <a:buNone/>
            </a:pPr>
            <a:r>
              <a:rPr lang="en-US"/>
              <a:t>3.</a:t>
            </a: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ype="objOnly">
  <p:cSld name="OBJECT_ONLY">
    <p:spTree>
      <p:nvGrpSpPr>
        <p:cNvPr id="17" name="Shape 17"/>
        <p:cNvGrpSpPr/>
        <p:nvPr/>
      </p:nvGrpSpPr>
      <p:grpSpPr>
        <a:xfrm>
          <a:off x="0" y="0"/>
          <a:ext cx="0" cy="0"/>
          <a:chOff x="0" y="0"/>
          <a:chExt cx="0" cy="0"/>
        </a:xfrm>
      </p:grpSpPr>
      <p:sp>
        <p:nvSpPr>
          <p:cNvPr id="18" name="Google Shape;18;p38"/>
          <p:cNvSpPr txBox="1"/>
          <p:nvPr>
            <p:ph idx="1" type="body"/>
          </p:nvPr>
        </p:nvSpPr>
        <p:spPr>
          <a:xfrm>
            <a:off x="457200" y="274638"/>
            <a:ext cx="8229600" cy="5851525"/>
          </a:xfrm>
          <a:prstGeom prst="rect">
            <a:avLst/>
          </a:prstGeom>
          <a:noFill/>
          <a:ln>
            <a:noFill/>
          </a:ln>
        </p:spPr>
        <p:txBody>
          <a:bodyPr anchorCtr="0" anchor="t" bIns="45700" lIns="91425" spcFirstLastPara="1" rIns="91425" wrap="square" tIns="45700">
            <a:noAutofit/>
          </a:bodyPr>
          <a:lstStyle>
            <a:lvl1pPr indent="-350520" lvl="0" marL="457200" marR="0" rtl="0" algn="l">
              <a:spcBef>
                <a:spcPts val="640"/>
              </a:spcBef>
              <a:spcAft>
                <a:spcPts val="0"/>
              </a:spcAft>
              <a:buClr>
                <a:schemeClr val="folHlink"/>
              </a:buClr>
              <a:buSzPts val="1920"/>
              <a:buFont typeface="Noto Sans Symbols"/>
              <a:buChar char="■"/>
              <a:defRPr sz="3200">
                <a:solidFill>
                  <a:schemeClr val="dk1"/>
                </a:solidFill>
                <a:latin typeface="Tahoma"/>
                <a:ea typeface="Tahoma"/>
                <a:cs typeface="Tahoma"/>
                <a:sym typeface="Tahoma"/>
              </a:defRPr>
            </a:lvl1pPr>
            <a:lvl2pPr indent="-326390" lvl="1" marL="914400" marR="0" rtl="0" algn="l">
              <a:spcBef>
                <a:spcPts val="560"/>
              </a:spcBef>
              <a:spcAft>
                <a:spcPts val="0"/>
              </a:spcAft>
              <a:buClr>
                <a:schemeClr val="hlink"/>
              </a:buClr>
              <a:buSzPts val="1540"/>
              <a:buFont typeface="Noto Sans Symbols"/>
              <a:buChar char="■"/>
              <a:defRPr b="0" i="0" sz="2800" u="none" cap="none" strike="noStrike">
                <a:solidFill>
                  <a:schemeClr val="dk1"/>
                </a:solidFill>
                <a:latin typeface="Tahoma"/>
                <a:ea typeface="Tahoma"/>
                <a:cs typeface="Tahoma"/>
                <a:sym typeface="Tahoma"/>
              </a:defRPr>
            </a:lvl2pPr>
            <a:lvl3pPr indent="-304800" lvl="2" marL="1371600" marR="0" rtl="0" algn="l">
              <a:spcBef>
                <a:spcPts val="480"/>
              </a:spcBef>
              <a:spcAft>
                <a:spcPts val="0"/>
              </a:spcAft>
              <a:buClr>
                <a:schemeClr val="folHlink"/>
              </a:buClr>
              <a:buSzPts val="1200"/>
              <a:buFont typeface="Noto Sans Symbols"/>
              <a:buChar char="■"/>
              <a:defRPr b="0" i="0" sz="2400" u="none" cap="none" strike="noStrike">
                <a:solidFill>
                  <a:schemeClr val="dk1"/>
                </a:solidFill>
                <a:latin typeface="Tahoma"/>
                <a:ea typeface="Tahoma"/>
                <a:cs typeface="Tahoma"/>
                <a:sym typeface="Tahoma"/>
              </a:defRPr>
            </a:lvl3pPr>
            <a:lvl4pPr indent="-298450" lvl="3" marL="1828800" marR="0" rtl="0" algn="l">
              <a:spcBef>
                <a:spcPts val="400"/>
              </a:spcBef>
              <a:spcAft>
                <a:spcPts val="0"/>
              </a:spcAft>
              <a:buClr>
                <a:schemeClr val="accent2"/>
              </a:buClr>
              <a:buSzPts val="1100"/>
              <a:buFont typeface="Noto Sans Symbols"/>
              <a:buChar char="■"/>
              <a:defRPr b="0" i="0" sz="2000" u="none" cap="none" strike="noStrike">
                <a:solidFill>
                  <a:schemeClr val="dk1"/>
                </a:solidFill>
                <a:latin typeface="Tahoma"/>
                <a:ea typeface="Tahoma"/>
                <a:cs typeface="Tahoma"/>
                <a:sym typeface="Tahoma"/>
              </a:defRPr>
            </a:lvl4pPr>
            <a:lvl5pPr indent="-292100" lvl="4" marL="2286000" marR="0" rtl="0" algn="l">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5pPr>
            <a:lvl6pPr indent="-292100" lvl="5" marL="2743200" marR="0" rtl="0" algn="l">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6pPr>
            <a:lvl7pPr indent="-292100" lvl="6" marL="3200400" marR="0" rtl="0" algn="l">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7pPr>
            <a:lvl8pPr indent="-292100" lvl="7" marL="3657600" marR="0" rtl="0" algn="l">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8pPr>
            <a:lvl9pPr indent="-292100" lvl="8" marL="4114800" marR="0" rtl="0" algn="l">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9pPr>
          </a:lstStyle>
          <a:p/>
        </p:txBody>
      </p:sp>
      <p:sp>
        <p:nvSpPr>
          <p:cNvPr id="19" name="Google Shape;19;p38"/>
          <p:cNvSpPr txBox="1"/>
          <p:nvPr>
            <p:ph idx="12" type="sldNum"/>
          </p:nvPr>
        </p:nvSpPr>
        <p:spPr>
          <a:xfrm>
            <a:off x="0" y="6400800"/>
            <a:ext cx="1905000" cy="457200"/>
          </a:xfrm>
          <a:prstGeom prst="rect">
            <a:avLst/>
          </a:prstGeom>
          <a:noFill/>
          <a:ln>
            <a:noFill/>
          </a:ln>
        </p:spPr>
        <p:txBody>
          <a:bodyPr anchorCtr="0" anchor="b" bIns="45700" lIns="91425" spcFirstLastPara="1" rIns="91425" wrap="square" tIns="45700">
            <a:noAutofit/>
          </a:bodyPr>
          <a:lstStyle>
            <a:lvl1pPr indent="0" lvl="0" marL="0" marR="0" algn="l">
              <a:lnSpc>
                <a:spcPct val="100000"/>
              </a:lnSpc>
              <a:spcBef>
                <a:spcPts val="0"/>
              </a:spcBef>
              <a:spcAft>
                <a:spcPts val="0"/>
              </a:spcAft>
              <a:buClr>
                <a:schemeClr val="dk1"/>
              </a:buClr>
              <a:buSzPts val="2000"/>
              <a:buFont typeface="Arial"/>
              <a:buNone/>
              <a:defRPr b="1" i="0" sz="2000" u="none">
                <a:solidFill>
                  <a:schemeClr val="dk1"/>
                </a:solidFill>
                <a:latin typeface="Arial"/>
                <a:ea typeface="Arial"/>
                <a:cs typeface="Arial"/>
                <a:sym typeface="Arial"/>
              </a:defRPr>
            </a:lvl1pPr>
            <a:lvl2pPr indent="0" lvl="1" marL="0" marR="0" algn="l">
              <a:lnSpc>
                <a:spcPct val="100000"/>
              </a:lnSpc>
              <a:spcBef>
                <a:spcPts val="0"/>
              </a:spcBef>
              <a:spcAft>
                <a:spcPts val="0"/>
              </a:spcAft>
              <a:buClr>
                <a:schemeClr val="dk1"/>
              </a:buClr>
              <a:buSzPts val="2000"/>
              <a:buFont typeface="Arial"/>
              <a:buNone/>
              <a:defRPr b="1" i="0" sz="2000" u="none">
                <a:solidFill>
                  <a:schemeClr val="dk1"/>
                </a:solidFill>
                <a:latin typeface="Arial"/>
                <a:ea typeface="Arial"/>
                <a:cs typeface="Arial"/>
                <a:sym typeface="Arial"/>
              </a:defRPr>
            </a:lvl2pPr>
            <a:lvl3pPr indent="0" lvl="2" marL="0" marR="0" algn="l">
              <a:lnSpc>
                <a:spcPct val="100000"/>
              </a:lnSpc>
              <a:spcBef>
                <a:spcPts val="0"/>
              </a:spcBef>
              <a:spcAft>
                <a:spcPts val="0"/>
              </a:spcAft>
              <a:buClr>
                <a:schemeClr val="dk1"/>
              </a:buClr>
              <a:buSzPts val="2000"/>
              <a:buFont typeface="Arial"/>
              <a:buNone/>
              <a:defRPr b="1" i="0" sz="2000" u="none">
                <a:solidFill>
                  <a:schemeClr val="dk1"/>
                </a:solidFill>
                <a:latin typeface="Arial"/>
                <a:ea typeface="Arial"/>
                <a:cs typeface="Arial"/>
                <a:sym typeface="Arial"/>
              </a:defRPr>
            </a:lvl3pPr>
            <a:lvl4pPr indent="0" lvl="3" marL="0" marR="0" algn="l">
              <a:lnSpc>
                <a:spcPct val="100000"/>
              </a:lnSpc>
              <a:spcBef>
                <a:spcPts val="0"/>
              </a:spcBef>
              <a:spcAft>
                <a:spcPts val="0"/>
              </a:spcAft>
              <a:buClr>
                <a:schemeClr val="dk1"/>
              </a:buClr>
              <a:buSzPts val="2000"/>
              <a:buFont typeface="Arial"/>
              <a:buNone/>
              <a:defRPr b="1" i="0" sz="2000" u="none">
                <a:solidFill>
                  <a:schemeClr val="dk1"/>
                </a:solidFill>
                <a:latin typeface="Arial"/>
                <a:ea typeface="Arial"/>
                <a:cs typeface="Arial"/>
                <a:sym typeface="Arial"/>
              </a:defRPr>
            </a:lvl4pPr>
            <a:lvl5pPr indent="0" lvl="4" marL="0" marR="0" algn="l">
              <a:lnSpc>
                <a:spcPct val="100000"/>
              </a:lnSpc>
              <a:spcBef>
                <a:spcPts val="0"/>
              </a:spcBef>
              <a:spcAft>
                <a:spcPts val="0"/>
              </a:spcAft>
              <a:buClr>
                <a:schemeClr val="dk1"/>
              </a:buClr>
              <a:buSzPts val="2000"/>
              <a:buFont typeface="Arial"/>
              <a:buNone/>
              <a:defRPr b="1" i="0" sz="2000" u="none">
                <a:solidFill>
                  <a:schemeClr val="dk1"/>
                </a:solidFill>
                <a:latin typeface="Arial"/>
                <a:ea typeface="Arial"/>
                <a:cs typeface="Arial"/>
                <a:sym typeface="Arial"/>
              </a:defRPr>
            </a:lvl5pPr>
            <a:lvl6pPr indent="0" lvl="5" marL="0" marR="0" algn="l">
              <a:lnSpc>
                <a:spcPct val="100000"/>
              </a:lnSpc>
              <a:spcBef>
                <a:spcPts val="0"/>
              </a:spcBef>
              <a:spcAft>
                <a:spcPts val="0"/>
              </a:spcAft>
              <a:buClr>
                <a:schemeClr val="dk1"/>
              </a:buClr>
              <a:buSzPts val="2000"/>
              <a:buFont typeface="Arial"/>
              <a:buNone/>
              <a:defRPr b="1" i="0" sz="2000" u="none">
                <a:solidFill>
                  <a:schemeClr val="dk1"/>
                </a:solidFill>
                <a:latin typeface="Arial"/>
                <a:ea typeface="Arial"/>
                <a:cs typeface="Arial"/>
                <a:sym typeface="Arial"/>
              </a:defRPr>
            </a:lvl6pPr>
            <a:lvl7pPr indent="0" lvl="6" marL="0" marR="0" algn="l">
              <a:lnSpc>
                <a:spcPct val="100000"/>
              </a:lnSpc>
              <a:spcBef>
                <a:spcPts val="0"/>
              </a:spcBef>
              <a:spcAft>
                <a:spcPts val="0"/>
              </a:spcAft>
              <a:buClr>
                <a:schemeClr val="dk1"/>
              </a:buClr>
              <a:buSzPts val="2000"/>
              <a:buFont typeface="Arial"/>
              <a:buNone/>
              <a:defRPr b="1" i="0" sz="2000" u="none">
                <a:solidFill>
                  <a:schemeClr val="dk1"/>
                </a:solidFill>
                <a:latin typeface="Arial"/>
                <a:ea typeface="Arial"/>
                <a:cs typeface="Arial"/>
                <a:sym typeface="Arial"/>
              </a:defRPr>
            </a:lvl7pPr>
            <a:lvl8pPr indent="0" lvl="7" marL="0" marR="0" algn="l">
              <a:lnSpc>
                <a:spcPct val="100000"/>
              </a:lnSpc>
              <a:spcBef>
                <a:spcPts val="0"/>
              </a:spcBef>
              <a:spcAft>
                <a:spcPts val="0"/>
              </a:spcAft>
              <a:buClr>
                <a:schemeClr val="dk1"/>
              </a:buClr>
              <a:buSzPts val="2000"/>
              <a:buFont typeface="Arial"/>
              <a:buNone/>
              <a:defRPr b="1" i="0" sz="2000" u="none">
                <a:solidFill>
                  <a:schemeClr val="dk1"/>
                </a:solidFill>
                <a:latin typeface="Arial"/>
                <a:ea typeface="Arial"/>
                <a:cs typeface="Arial"/>
                <a:sym typeface="Arial"/>
              </a:defRPr>
            </a:lvl8pPr>
            <a:lvl9pPr indent="0" lvl="8" marL="0" marR="0" algn="l">
              <a:lnSpc>
                <a:spcPct val="100000"/>
              </a:lnSpc>
              <a:spcBef>
                <a:spcPts val="0"/>
              </a:spcBef>
              <a:spcAft>
                <a:spcPts val="0"/>
              </a:spcAft>
              <a:buClr>
                <a:schemeClr val="dk1"/>
              </a:buClr>
              <a:buSzPts val="2000"/>
              <a:buFont typeface="Arial"/>
              <a:buNone/>
              <a:defRPr b="1" i="0" sz="2000" u="none">
                <a:solidFill>
                  <a:schemeClr val="dk1"/>
                </a:solidFill>
                <a:latin typeface="Arial"/>
                <a:ea typeface="Arial"/>
                <a:cs typeface="Arial"/>
                <a:sym typeface="Arial"/>
              </a:defRPr>
            </a:lvl9pPr>
          </a:lstStyle>
          <a:p>
            <a:pPr indent="0" lvl="0" marL="0" rtl="0" algn="l">
              <a:spcBef>
                <a:spcPts val="0"/>
              </a:spcBef>
              <a:spcAft>
                <a:spcPts val="0"/>
              </a:spcAft>
              <a:buNone/>
            </a:pPr>
            <a:r>
              <a:rPr lang="en-US"/>
              <a:t>3.</a:t>
            </a: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0" name="Shape 20"/>
        <p:cNvGrpSpPr/>
        <p:nvPr/>
      </p:nvGrpSpPr>
      <p:grpSpPr>
        <a:xfrm>
          <a:off x="0" y="0"/>
          <a:ext cx="0" cy="0"/>
          <a:chOff x="0" y="0"/>
          <a:chExt cx="0" cy="0"/>
        </a:xfrm>
      </p:grpSpPr>
      <p:sp>
        <p:nvSpPr>
          <p:cNvPr id="21" name="Google Shape;21;p39"/>
          <p:cNvSpPr txBox="1"/>
          <p:nvPr>
            <p:ph type="title"/>
          </p:nvPr>
        </p:nvSpPr>
        <p:spPr>
          <a:xfrm rot="5400000">
            <a:off x="4732337" y="2171700"/>
            <a:ext cx="5851525" cy="20574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1pPr>
            <a:lvl2pPr lvl="1"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2pPr>
            <a:lvl3pPr lvl="2"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3pPr>
            <a:lvl4pPr lvl="3"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4pPr>
            <a:lvl5pPr lvl="4"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5pPr>
            <a:lvl6pPr lvl="5"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6pPr>
            <a:lvl7pPr lvl="6"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7pPr>
            <a:lvl8pPr lvl="7"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8pPr>
            <a:lvl9pPr lvl="8"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9pPr>
          </a:lstStyle>
          <a:p/>
        </p:txBody>
      </p:sp>
      <p:sp>
        <p:nvSpPr>
          <p:cNvPr id="22" name="Google Shape;22;p39"/>
          <p:cNvSpPr txBox="1"/>
          <p:nvPr>
            <p:ph idx="1" type="body"/>
          </p:nvPr>
        </p:nvSpPr>
        <p:spPr>
          <a:xfrm rot="5400000">
            <a:off x="541338" y="190501"/>
            <a:ext cx="5851525" cy="6019800"/>
          </a:xfrm>
          <a:prstGeom prst="rect">
            <a:avLst/>
          </a:prstGeom>
          <a:noFill/>
          <a:ln>
            <a:noFill/>
          </a:ln>
        </p:spPr>
        <p:txBody>
          <a:bodyPr anchorCtr="0" anchor="t" bIns="45700" lIns="91425" spcFirstLastPara="1" rIns="91425" wrap="square" tIns="45700">
            <a:noAutofit/>
          </a:bodyPr>
          <a:lstStyle>
            <a:lvl1pPr indent="-350520" lvl="0" marL="457200" marR="0" rtl="0" algn="l">
              <a:spcBef>
                <a:spcPts val="640"/>
              </a:spcBef>
              <a:spcAft>
                <a:spcPts val="0"/>
              </a:spcAft>
              <a:buClr>
                <a:schemeClr val="folHlink"/>
              </a:buClr>
              <a:buSzPts val="1920"/>
              <a:buFont typeface="Noto Sans Symbols"/>
              <a:buChar char="■"/>
              <a:defRPr sz="3200">
                <a:solidFill>
                  <a:schemeClr val="dk1"/>
                </a:solidFill>
                <a:latin typeface="Tahoma"/>
                <a:ea typeface="Tahoma"/>
                <a:cs typeface="Tahoma"/>
                <a:sym typeface="Tahoma"/>
              </a:defRPr>
            </a:lvl1pPr>
            <a:lvl2pPr indent="-326390" lvl="1" marL="914400" marR="0" rtl="0" algn="l">
              <a:spcBef>
                <a:spcPts val="560"/>
              </a:spcBef>
              <a:spcAft>
                <a:spcPts val="0"/>
              </a:spcAft>
              <a:buClr>
                <a:schemeClr val="hlink"/>
              </a:buClr>
              <a:buSzPts val="1540"/>
              <a:buFont typeface="Noto Sans Symbols"/>
              <a:buChar char="■"/>
              <a:defRPr b="0" i="0" sz="2800" u="none" cap="none" strike="noStrike">
                <a:solidFill>
                  <a:schemeClr val="dk1"/>
                </a:solidFill>
                <a:latin typeface="Tahoma"/>
                <a:ea typeface="Tahoma"/>
                <a:cs typeface="Tahoma"/>
                <a:sym typeface="Tahoma"/>
              </a:defRPr>
            </a:lvl2pPr>
            <a:lvl3pPr indent="-304800" lvl="2" marL="1371600" marR="0" rtl="0" algn="l">
              <a:spcBef>
                <a:spcPts val="480"/>
              </a:spcBef>
              <a:spcAft>
                <a:spcPts val="0"/>
              </a:spcAft>
              <a:buClr>
                <a:schemeClr val="folHlink"/>
              </a:buClr>
              <a:buSzPts val="1200"/>
              <a:buFont typeface="Noto Sans Symbols"/>
              <a:buChar char="■"/>
              <a:defRPr b="0" i="0" sz="2400" u="none" cap="none" strike="noStrike">
                <a:solidFill>
                  <a:schemeClr val="dk1"/>
                </a:solidFill>
                <a:latin typeface="Tahoma"/>
                <a:ea typeface="Tahoma"/>
                <a:cs typeface="Tahoma"/>
                <a:sym typeface="Tahoma"/>
              </a:defRPr>
            </a:lvl3pPr>
            <a:lvl4pPr indent="-298450" lvl="3" marL="1828800" marR="0" rtl="0" algn="l">
              <a:spcBef>
                <a:spcPts val="400"/>
              </a:spcBef>
              <a:spcAft>
                <a:spcPts val="0"/>
              </a:spcAft>
              <a:buClr>
                <a:schemeClr val="accent2"/>
              </a:buClr>
              <a:buSzPts val="1100"/>
              <a:buFont typeface="Noto Sans Symbols"/>
              <a:buChar char="■"/>
              <a:defRPr b="0" i="0" sz="2000" u="none" cap="none" strike="noStrike">
                <a:solidFill>
                  <a:schemeClr val="dk1"/>
                </a:solidFill>
                <a:latin typeface="Tahoma"/>
                <a:ea typeface="Tahoma"/>
                <a:cs typeface="Tahoma"/>
                <a:sym typeface="Tahoma"/>
              </a:defRPr>
            </a:lvl4pPr>
            <a:lvl5pPr indent="-292100" lvl="4" marL="2286000" marR="0" rtl="0" algn="l">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5pPr>
            <a:lvl6pPr indent="-292100" lvl="5" marL="2743200" marR="0" rtl="0" algn="l">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6pPr>
            <a:lvl7pPr indent="-292100" lvl="6" marL="3200400" marR="0" rtl="0" algn="l">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7pPr>
            <a:lvl8pPr indent="-292100" lvl="7" marL="3657600" marR="0" rtl="0" algn="l">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8pPr>
            <a:lvl9pPr indent="-292100" lvl="8" marL="4114800" marR="0" rtl="0" algn="l">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9pPr>
          </a:lstStyle>
          <a:p/>
        </p:txBody>
      </p:sp>
      <p:sp>
        <p:nvSpPr>
          <p:cNvPr id="23" name="Google Shape;23;p39"/>
          <p:cNvSpPr txBox="1"/>
          <p:nvPr>
            <p:ph idx="12" type="sldNum"/>
          </p:nvPr>
        </p:nvSpPr>
        <p:spPr>
          <a:xfrm>
            <a:off x="0" y="6400800"/>
            <a:ext cx="1905000" cy="457200"/>
          </a:xfrm>
          <a:prstGeom prst="rect">
            <a:avLst/>
          </a:prstGeom>
          <a:noFill/>
          <a:ln>
            <a:noFill/>
          </a:ln>
        </p:spPr>
        <p:txBody>
          <a:bodyPr anchorCtr="0" anchor="b" bIns="45700" lIns="91425" spcFirstLastPara="1" rIns="91425" wrap="square" tIns="45700">
            <a:noAutofit/>
          </a:bodyPr>
          <a:lstStyle>
            <a:lvl1pPr indent="0" lvl="0" marL="0" marR="0" algn="l">
              <a:lnSpc>
                <a:spcPct val="100000"/>
              </a:lnSpc>
              <a:spcBef>
                <a:spcPts val="0"/>
              </a:spcBef>
              <a:spcAft>
                <a:spcPts val="0"/>
              </a:spcAft>
              <a:buClr>
                <a:schemeClr val="dk1"/>
              </a:buClr>
              <a:buSzPts val="2000"/>
              <a:buFont typeface="Arial"/>
              <a:buNone/>
              <a:defRPr b="1" i="0" sz="2000" u="none">
                <a:solidFill>
                  <a:schemeClr val="dk1"/>
                </a:solidFill>
                <a:latin typeface="Arial"/>
                <a:ea typeface="Arial"/>
                <a:cs typeface="Arial"/>
                <a:sym typeface="Arial"/>
              </a:defRPr>
            </a:lvl1pPr>
            <a:lvl2pPr indent="0" lvl="1" marL="0" marR="0" algn="l">
              <a:lnSpc>
                <a:spcPct val="100000"/>
              </a:lnSpc>
              <a:spcBef>
                <a:spcPts val="0"/>
              </a:spcBef>
              <a:spcAft>
                <a:spcPts val="0"/>
              </a:spcAft>
              <a:buClr>
                <a:schemeClr val="dk1"/>
              </a:buClr>
              <a:buSzPts val="2000"/>
              <a:buFont typeface="Arial"/>
              <a:buNone/>
              <a:defRPr b="1" i="0" sz="2000" u="none">
                <a:solidFill>
                  <a:schemeClr val="dk1"/>
                </a:solidFill>
                <a:latin typeface="Arial"/>
                <a:ea typeface="Arial"/>
                <a:cs typeface="Arial"/>
                <a:sym typeface="Arial"/>
              </a:defRPr>
            </a:lvl2pPr>
            <a:lvl3pPr indent="0" lvl="2" marL="0" marR="0" algn="l">
              <a:lnSpc>
                <a:spcPct val="100000"/>
              </a:lnSpc>
              <a:spcBef>
                <a:spcPts val="0"/>
              </a:spcBef>
              <a:spcAft>
                <a:spcPts val="0"/>
              </a:spcAft>
              <a:buClr>
                <a:schemeClr val="dk1"/>
              </a:buClr>
              <a:buSzPts val="2000"/>
              <a:buFont typeface="Arial"/>
              <a:buNone/>
              <a:defRPr b="1" i="0" sz="2000" u="none">
                <a:solidFill>
                  <a:schemeClr val="dk1"/>
                </a:solidFill>
                <a:latin typeface="Arial"/>
                <a:ea typeface="Arial"/>
                <a:cs typeface="Arial"/>
                <a:sym typeface="Arial"/>
              </a:defRPr>
            </a:lvl3pPr>
            <a:lvl4pPr indent="0" lvl="3" marL="0" marR="0" algn="l">
              <a:lnSpc>
                <a:spcPct val="100000"/>
              </a:lnSpc>
              <a:spcBef>
                <a:spcPts val="0"/>
              </a:spcBef>
              <a:spcAft>
                <a:spcPts val="0"/>
              </a:spcAft>
              <a:buClr>
                <a:schemeClr val="dk1"/>
              </a:buClr>
              <a:buSzPts val="2000"/>
              <a:buFont typeface="Arial"/>
              <a:buNone/>
              <a:defRPr b="1" i="0" sz="2000" u="none">
                <a:solidFill>
                  <a:schemeClr val="dk1"/>
                </a:solidFill>
                <a:latin typeface="Arial"/>
                <a:ea typeface="Arial"/>
                <a:cs typeface="Arial"/>
                <a:sym typeface="Arial"/>
              </a:defRPr>
            </a:lvl4pPr>
            <a:lvl5pPr indent="0" lvl="4" marL="0" marR="0" algn="l">
              <a:lnSpc>
                <a:spcPct val="100000"/>
              </a:lnSpc>
              <a:spcBef>
                <a:spcPts val="0"/>
              </a:spcBef>
              <a:spcAft>
                <a:spcPts val="0"/>
              </a:spcAft>
              <a:buClr>
                <a:schemeClr val="dk1"/>
              </a:buClr>
              <a:buSzPts val="2000"/>
              <a:buFont typeface="Arial"/>
              <a:buNone/>
              <a:defRPr b="1" i="0" sz="2000" u="none">
                <a:solidFill>
                  <a:schemeClr val="dk1"/>
                </a:solidFill>
                <a:latin typeface="Arial"/>
                <a:ea typeface="Arial"/>
                <a:cs typeface="Arial"/>
                <a:sym typeface="Arial"/>
              </a:defRPr>
            </a:lvl5pPr>
            <a:lvl6pPr indent="0" lvl="5" marL="0" marR="0" algn="l">
              <a:lnSpc>
                <a:spcPct val="100000"/>
              </a:lnSpc>
              <a:spcBef>
                <a:spcPts val="0"/>
              </a:spcBef>
              <a:spcAft>
                <a:spcPts val="0"/>
              </a:spcAft>
              <a:buClr>
                <a:schemeClr val="dk1"/>
              </a:buClr>
              <a:buSzPts val="2000"/>
              <a:buFont typeface="Arial"/>
              <a:buNone/>
              <a:defRPr b="1" i="0" sz="2000" u="none">
                <a:solidFill>
                  <a:schemeClr val="dk1"/>
                </a:solidFill>
                <a:latin typeface="Arial"/>
                <a:ea typeface="Arial"/>
                <a:cs typeface="Arial"/>
                <a:sym typeface="Arial"/>
              </a:defRPr>
            </a:lvl6pPr>
            <a:lvl7pPr indent="0" lvl="6" marL="0" marR="0" algn="l">
              <a:lnSpc>
                <a:spcPct val="100000"/>
              </a:lnSpc>
              <a:spcBef>
                <a:spcPts val="0"/>
              </a:spcBef>
              <a:spcAft>
                <a:spcPts val="0"/>
              </a:spcAft>
              <a:buClr>
                <a:schemeClr val="dk1"/>
              </a:buClr>
              <a:buSzPts val="2000"/>
              <a:buFont typeface="Arial"/>
              <a:buNone/>
              <a:defRPr b="1" i="0" sz="2000" u="none">
                <a:solidFill>
                  <a:schemeClr val="dk1"/>
                </a:solidFill>
                <a:latin typeface="Arial"/>
                <a:ea typeface="Arial"/>
                <a:cs typeface="Arial"/>
                <a:sym typeface="Arial"/>
              </a:defRPr>
            </a:lvl7pPr>
            <a:lvl8pPr indent="0" lvl="7" marL="0" marR="0" algn="l">
              <a:lnSpc>
                <a:spcPct val="100000"/>
              </a:lnSpc>
              <a:spcBef>
                <a:spcPts val="0"/>
              </a:spcBef>
              <a:spcAft>
                <a:spcPts val="0"/>
              </a:spcAft>
              <a:buClr>
                <a:schemeClr val="dk1"/>
              </a:buClr>
              <a:buSzPts val="2000"/>
              <a:buFont typeface="Arial"/>
              <a:buNone/>
              <a:defRPr b="1" i="0" sz="2000" u="none">
                <a:solidFill>
                  <a:schemeClr val="dk1"/>
                </a:solidFill>
                <a:latin typeface="Arial"/>
                <a:ea typeface="Arial"/>
                <a:cs typeface="Arial"/>
                <a:sym typeface="Arial"/>
              </a:defRPr>
            </a:lvl8pPr>
            <a:lvl9pPr indent="0" lvl="8" marL="0" marR="0" algn="l">
              <a:lnSpc>
                <a:spcPct val="100000"/>
              </a:lnSpc>
              <a:spcBef>
                <a:spcPts val="0"/>
              </a:spcBef>
              <a:spcAft>
                <a:spcPts val="0"/>
              </a:spcAft>
              <a:buClr>
                <a:schemeClr val="dk1"/>
              </a:buClr>
              <a:buSzPts val="2000"/>
              <a:buFont typeface="Arial"/>
              <a:buNone/>
              <a:defRPr b="1" i="0" sz="2000" u="none">
                <a:solidFill>
                  <a:schemeClr val="dk1"/>
                </a:solidFill>
                <a:latin typeface="Arial"/>
                <a:ea typeface="Arial"/>
                <a:cs typeface="Arial"/>
                <a:sym typeface="Arial"/>
              </a:defRPr>
            </a:lvl9pPr>
          </a:lstStyle>
          <a:p>
            <a:pPr indent="0" lvl="0" marL="0" rtl="0" algn="l">
              <a:spcBef>
                <a:spcPts val="0"/>
              </a:spcBef>
              <a:spcAft>
                <a:spcPts val="0"/>
              </a:spcAft>
              <a:buNone/>
            </a:pPr>
            <a:r>
              <a:rPr lang="en-US"/>
              <a:t>3.</a:t>
            </a: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4" name="Shape 24"/>
        <p:cNvGrpSpPr/>
        <p:nvPr/>
      </p:nvGrpSpPr>
      <p:grpSpPr>
        <a:xfrm>
          <a:off x="0" y="0"/>
          <a:ext cx="0" cy="0"/>
          <a:chOff x="0" y="0"/>
          <a:chExt cx="0" cy="0"/>
        </a:xfrm>
      </p:grpSpPr>
      <p:sp>
        <p:nvSpPr>
          <p:cNvPr id="25" name="Google Shape;25;p40"/>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1pPr>
            <a:lvl2pPr lvl="1"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2pPr>
            <a:lvl3pPr lvl="2"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3pPr>
            <a:lvl4pPr lvl="3"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4pPr>
            <a:lvl5pPr lvl="4"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5pPr>
            <a:lvl6pPr lvl="5"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6pPr>
            <a:lvl7pPr lvl="6"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7pPr>
            <a:lvl8pPr lvl="7"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8pPr>
            <a:lvl9pPr lvl="8"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9pPr>
          </a:lstStyle>
          <a:p/>
        </p:txBody>
      </p:sp>
      <p:sp>
        <p:nvSpPr>
          <p:cNvPr id="26" name="Google Shape;26;p40"/>
          <p:cNvSpPr txBox="1"/>
          <p:nvPr>
            <p:ph idx="1" type="body"/>
          </p:nvPr>
        </p:nvSpPr>
        <p:spPr>
          <a:xfrm rot="5400000">
            <a:off x="2309018" y="-251619"/>
            <a:ext cx="4525963" cy="8229600"/>
          </a:xfrm>
          <a:prstGeom prst="rect">
            <a:avLst/>
          </a:prstGeom>
          <a:noFill/>
          <a:ln>
            <a:noFill/>
          </a:ln>
        </p:spPr>
        <p:txBody>
          <a:bodyPr anchorCtr="0" anchor="t" bIns="45700" lIns="91425" spcFirstLastPara="1" rIns="91425" wrap="square" tIns="45700">
            <a:noAutofit/>
          </a:bodyPr>
          <a:lstStyle>
            <a:lvl1pPr indent="-350520" lvl="0" marL="457200" marR="0" rtl="0" algn="l">
              <a:spcBef>
                <a:spcPts val="640"/>
              </a:spcBef>
              <a:spcAft>
                <a:spcPts val="0"/>
              </a:spcAft>
              <a:buClr>
                <a:schemeClr val="folHlink"/>
              </a:buClr>
              <a:buSzPts val="1920"/>
              <a:buFont typeface="Noto Sans Symbols"/>
              <a:buChar char="■"/>
              <a:defRPr sz="3200">
                <a:solidFill>
                  <a:schemeClr val="dk1"/>
                </a:solidFill>
                <a:latin typeface="Tahoma"/>
                <a:ea typeface="Tahoma"/>
                <a:cs typeface="Tahoma"/>
                <a:sym typeface="Tahoma"/>
              </a:defRPr>
            </a:lvl1pPr>
            <a:lvl2pPr indent="-326390" lvl="1" marL="914400" marR="0" rtl="0" algn="l">
              <a:spcBef>
                <a:spcPts val="560"/>
              </a:spcBef>
              <a:spcAft>
                <a:spcPts val="0"/>
              </a:spcAft>
              <a:buClr>
                <a:schemeClr val="hlink"/>
              </a:buClr>
              <a:buSzPts val="1540"/>
              <a:buFont typeface="Noto Sans Symbols"/>
              <a:buChar char="■"/>
              <a:defRPr b="0" i="0" sz="2800" u="none" cap="none" strike="noStrike">
                <a:solidFill>
                  <a:schemeClr val="dk1"/>
                </a:solidFill>
                <a:latin typeface="Tahoma"/>
                <a:ea typeface="Tahoma"/>
                <a:cs typeface="Tahoma"/>
                <a:sym typeface="Tahoma"/>
              </a:defRPr>
            </a:lvl2pPr>
            <a:lvl3pPr indent="-304800" lvl="2" marL="1371600" marR="0" rtl="0" algn="l">
              <a:spcBef>
                <a:spcPts val="480"/>
              </a:spcBef>
              <a:spcAft>
                <a:spcPts val="0"/>
              </a:spcAft>
              <a:buClr>
                <a:schemeClr val="folHlink"/>
              </a:buClr>
              <a:buSzPts val="1200"/>
              <a:buFont typeface="Noto Sans Symbols"/>
              <a:buChar char="■"/>
              <a:defRPr b="0" i="0" sz="2400" u="none" cap="none" strike="noStrike">
                <a:solidFill>
                  <a:schemeClr val="dk1"/>
                </a:solidFill>
                <a:latin typeface="Tahoma"/>
                <a:ea typeface="Tahoma"/>
                <a:cs typeface="Tahoma"/>
                <a:sym typeface="Tahoma"/>
              </a:defRPr>
            </a:lvl3pPr>
            <a:lvl4pPr indent="-298450" lvl="3" marL="1828800" marR="0" rtl="0" algn="l">
              <a:spcBef>
                <a:spcPts val="400"/>
              </a:spcBef>
              <a:spcAft>
                <a:spcPts val="0"/>
              </a:spcAft>
              <a:buClr>
                <a:schemeClr val="accent2"/>
              </a:buClr>
              <a:buSzPts val="1100"/>
              <a:buFont typeface="Noto Sans Symbols"/>
              <a:buChar char="■"/>
              <a:defRPr b="0" i="0" sz="2000" u="none" cap="none" strike="noStrike">
                <a:solidFill>
                  <a:schemeClr val="dk1"/>
                </a:solidFill>
                <a:latin typeface="Tahoma"/>
                <a:ea typeface="Tahoma"/>
                <a:cs typeface="Tahoma"/>
                <a:sym typeface="Tahoma"/>
              </a:defRPr>
            </a:lvl4pPr>
            <a:lvl5pPr indent="-292100" lvl="4" marL="2286000" marR="0" rtl="0" algn="l">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5pPr>
            <a:lvl6pPr indent="-292100" lvl="5" marL="2743200" marR="0" rtl="0" algn="l">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6pPr>
            <a:lvl7pPr indent="-292100" lvl="6" marL="3200400" marR="0" rtl="0" algn="l">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7pPr>
            <a:lvl8pPr indent="-292100" lvl="7" marL="3657600" marR="0" rtl="0" algn="l">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8pPr>
            <a:lvl9pPr indent="-292100" lvl="8" marL="4114800" marR="0" rtl="0" algn="l">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9pPr>
          </a:lstStyle>
          <a:p/>
        </p:txBody>
      </p:sp>
      <p:sp>
        <p:nvSpPr>
          <p:cNvPr id="27" name="Google Shape;27;p40"/>
          <p:cNvSpPr txBox="1"/>
          <p:nvPr>
            <p:ph idx="12" type="sldNum"/>
          </p:nvPr>
        </p:nvSpPr>
        <p:spPr>
          <a:xfrm>
            <a:off x="0" y="6400800"/>
            <a:ext cx="1905000" cy="457200"/>
          </a:xfrm>
          <a:prstGeom prst="rect">
            <a:avLst/>
          </a:prstGeom>
          <a:noFill/>
          <a:ln>
            <a:noFill/>
          </a:ln>
        </p:spPr>
        <p:txBody>
          <a:bodyPr anchorCtr="0" anchor="b" bIns="45700" lIns="91425" spcFirstLastPara="1" rIns="91425" wrap="square" tIns="45700">
            <a:noAutofit/>
          </a:bodyPr>
          <a:lstStyle>
            <a:lvl1pPr indent="0" lvl="0" marL="0" marR="0" algn="l">
              <a:lnSpc>
                <a:spcPct val="100000"/>
              </a:lnSpc>
              <a:spcBef>
                <a:spcPts val="0"/>
              </a:spcBef>
              <a:spcAft>
                <a:spcPts val="0"/>
              </a:spcAft>
              <a:buClr>
                <a:schemeClr val="dk1"/>
              </a:buClr>
              <a:buSzPts val="2000"/>
              <a:buFont typeface="Arial"/>
              <a:buNone/>
              <a:defRPr b="1" i="0" sz="2000" u="none">
                <a:solidFill>
                  <a:schemeClr val="dk1"/>
                </a:solidFill>
                <a:latin typeface="Arial"/>
                <a:ea typeface="Arial"/>
                <a:cs typeface="Arial"/>
                <a:sym typeface="Arial"/>
              </a:defRPr>
            </a:lvl1pPr>
            <a:lvl2pPr indent="0" lvl="1" marL="0" marR="0" algn="l">
              <a:lnSpc>
                <a:spcPct val="100000"/>
              </a:lnSpc>
              <a:spcBef>
                <a:spcPts val="0"/>
              </a:spcBef>
              <a:spcAft>
                <a:spcPts val="0"/>
              </a:spcAft>
              <a:buClr>
                <a:schemeClr val="dk1"/>
              </a:buClr>
              <a:buSzPts val="2000"/>
              <a:buFont typeface="Arial"/>
              <a:buNone/>
              <a:defRPr b="1" i="0" sz="2000" u="none">
                <a:solidFill>
                  <a:schemeClr val="dk1"/>
                </a:solidFill>
                <a:latin typeface="Arial"/>
                <a:ea typeface="Arial"/>
                <a:cs typeface="Arial"/>
                <a:sym typeface="Arial"/>
              </a:defRPr>
            </a:lvl2pPr>
            <a:lvl3pPr indent="0" lvl="2" marL="0" marR="0" algn="l">
              <a:lnSpc>
                <a:spcPct val="100000"/>
              </a:lnSpc>
              <a:spcBef>
                <a:spcPts val="0"/>
              </a:spcBef>
              <a:spcAft>
                <a:spcPts val="0"/>
              </a:spcAft>
              <a:buClr>
                <a:schemeClr val="dk1"/>
              </a:buClr>
              <a:buSzPts val="2000"/>
              <a:buFont typeface="Arial"/>
              <a:buNone/>
              <a:defRPr b="1" i="0" sz="2000" u="none">
                <a:solidFill>
                  <a:schemeClr val="dk1"/>
                </a:solidFill>
                <a:latin typeface="Arial"/>
                <a:ea typeface="Arial"/>
                <a:cs typeface="Arial"/>
                <a:sym typeface="Arial"/>
              </a:defRPr>
            </a:lvl3pPr>
            <a:lvl4pPr indent="0" lvl="3" marL="0" marR="0" algn="l">
              <a:lnSpc>
                <a:spcPct val="100000"/>
              </a:lnSpc>
              <a:spcBef>
                <a:spcPts val="0"/>
              </a:spcBef>
              <a:spcAft>
                <a:spcPts val="0"/>
              </a:spcAft>
              <a:buClr>
                <a:schemeClr val="dk1"/>
              </a:buClr>
              <a:buSzPts val="2000"/>
              <a:buFont typeface="Arial"/>
              <a:buNone/>
              <a:defRPr b="1" i="0" sz="2000" u="none">
                <a:solidFill>
                  <a:schemeClr val="dk1"/>
                </a:solidFill>
                <a:latin typeface="Arial"/>
                <a:ea typeface="Arial"/>
                <a:cs typeface="Arial"/>
                <a:sym typeface="Arial"/>
              </a:defRPr>
            </a:lvl4pPr>
            <a:lvl5pPr indent="0" lvl="4" marL="0" marR="0" algn="l">
              <a:lnSpc>
                <a:spcPct val="100000"/>
              </a:lnSpc>
              <a:spcBef>
                <a:spcPts val="0"/>
              </a:spcBef>
              <a:spcAft>
                <a:spcPts val="0"/>
              </a:spcAft>
              <a:buClr>
                <a:schemeClr val="dk1"/>
              </a:buClr>
              <a:buSzPts val="2000"/>
              <a:buFont typeface="Arial"/>
              <a:buNone/>
              <a:defRPr b="1" i="0" sz="2000" u="none">
                <a:solidFill>
                  <a:schemeClr val="dk1"/>
                </a:solidFill>
                <a:latin typeface="Arial"/>
                <a:ea typeface="Arial"/>
                <a:cs typeface="Arial"/>
                <a:sym typeface="Arial"/>
              </a:defRPr>
            </a:lvl5pPr>
            <a:lvl6pPr indent="0" lvl="5" marL="0" marR="0" algn="l">
              <a:lnSpc>
                <a:spcPct val="100000"/>
              </a:lnSpc>
              <a:spcBef>
                <a:spcPts val="0"/>
              </a:spcBef>
              <a:spcAft>
                <a:spcPts val="0"/>
              </a:spcAft>
              <a:buClr>
                <a:schemeClr val="dk1"/>
              </a:buClr>
              <a:buSzPts val="2000"/>
              <a:buFont typeface="Arial"/>
              <a:buNone/>
              <a:defRPr b="1" i="0" sz="2000" u="none">
                <a:solidFill>
                  <a:schemeClr val="dk1"/>
                </a:solidFill>
                <a:latin typeface="Arial"/>
                <a:ea typeface="Arial"/>
                <a:cs typeface="Arial"/>
                <a:sym typeface="Arial"/>
              </a:defRPr>
            </a:lvl6pPr>
            <a:lvl7pPr indent="0" lvl="6" marL="0" marR="0" algn="l">
              <a:lnSpc>
                <a:spcPct val="100000"/>
              </a:lnSpc>
              <a:spcBef>
                <a:spcPts val="0"/>
              </a:spcBef>
              <a:spcAft>
                <a:spcPts val="0"/>
              </a:spcAft>
              <a:buClr>
                <a:schemeClr val="dk1"/>
              </a:buClr>
              <a:buSzPts val="2000"/>
              <a:buFont typeface="Arial"/>
              <a:buNone/>
              <a:defRPr b="1" i="0" sz="2000" u="none">
                <a:solidFill>
                  <a:schemeClr val="dk1"/>
                </a:solidFill>
                <a:latin typeface="Arial"/>
                <a:ea typeface="Arial"/>
                <a:cs typeface="Arial"/>
                <a:sym typeface="Arial"/>
              </a:defRPr>
            </a:lvl7pPr>
            <a:lvl8pPr indent="0" lvl="7" marL="0" marR="0" algn="l">
              <a:lnSpc>
                <a:spcPct val="100000"/>
              </a:lnSpc>
              <a:spcBef>
                <a:spcPts val="0"/>
              </a:spcBef>
              <a:spcAft>
                <a:spcPts val="0"/>
              </a:spcAft>
              <a:buClr>
                <a:schemeClr val="dk1"/>
              </a:buClr>
              <a:buSzPts val="2000"/>
              <a:buFont typeface="Arial"/>
              <a:buNone/>
              <a:defRPr b="1" i="0" sz="2000" u="none">
                <a:solidFill>
                  <a:schemeClr val="dk1"/>
                </a:solidFill>
                <a:latin typeface="Arial"/>
                <a:ea typeface="Arial"/>
                <a:cs typeface="Arial"/>
                <a:sym typeface="Arial"/>
              </a:defRPr>
            </a:lvl8pPr>
            <a:lvl9pPr indent="0" lvl="8" marL="0" marR="0" algn="l">
              <a:lnSpc>
                <a:spcPct val="100000"/>
              </a:lnSpc>
              <a:spcBef>
                <a:spcPts val="0"/>
              </a:spcBef>
              <a:spcAft>
                <a:spcPts val="0"/>
              </a:spcAft>
              <a:buClr>
                <a:schemeClr val="dk1"/>
              </a:buClr>
              <a:buSzPts val="2000"/>
              <a:buFont typeface="Arial"/>
              <a:buNone/>
              <a:defRPr b="1" i="0" sz="2000" u="none">
                <a:solidFill>
                  <a:schemeClr val="dk1"/>
                </a:solidFill>
                <a:latin typeface="Arial"/>
                <a:ea typeface="Arial"/>
                <a:cs typeface="Arial"/>
                <a:sym typeface="Arial"/>
              </a:defRPr>
            </a:lvl9pPr>
          </a:lstStyle>
          <a:p>
            <a:pPr indent="0" lvl="0" marL="0" rtl="0" algn="l">
              <a:spcBef>
                <a:spcPts val="0"/>
              </a:spcBef>
              <a:spcAft>
                <a:spcPts val="0"/>
              </a:spcAft>
              <a:buNone/>
            </a:pPr>
            <a:r>
              <a:rPr lang="en-US"/>
              <a:t>3.</a:t>
            </a: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28" name="Shape 28"/>
        <p:cNvGrpSpPr/>
        <p:nvPr/>
      </p:nvGrpSpPr>
      <p:grpSpPr>
        <a:xfrm>
          <a:off x="0" y="0"/>
          <a:ext cx="0" cy="0"/>
          <a:chOff x="0" y="0"/>
          <a:chExt cx="0" cy="0"/>
        </a:xfrm>
      </p:grpSpPr>
      <p:sp>
        <p:nvSpPr>
          <p:cNvPr id="29" name="Google Shape;29;p41"/>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1" i="0" sz="2000" u="none" cap="none" strike="noStrike">
                <a:solidFill>
                  <a:schemeClr val="dk2"/>
                </a:solidFill>
                <a:latin typeface="Tahoma"/>
                <a:ea typeface="Tahoma"/>
                <a:cs typeface="Tahoma"/>
                <a:sym typeface="Tahoma"/>
              </a:defRPr>
            </a:lvl1pPr>
            <a:lvl2pPr lvl="1"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2pPr>
            <a:lvl3pPr lvl="2"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3pPr>
            <a:lvl4pPr lvl="3"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4pPr>
            <a:lvl5pPr lvl="4"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5pPr>
            <a:lvl6pPr lvl="5"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6pPr>
            <a:lvl7pPr lvl="6"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7pPr>
            <a:lvl8pPr lvl="7"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8pPr>
            <a:lvl9pPr lvl="8"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9pPr>
          </a:lstStyle>
          <a:p/>
        </p:txBody>
      </p:sp>
      <p:sp>
        <p:nvSpPr>
          <p:cNvPr id="30" name="Google Shape;30;p41"/>
          <p:cNvSpPr/>
          <p:nvPr>
            <p:ph idx="2" type="pic"/>
          </p:nvPr>
        </p:nvSpPr>
        <p:spPr>
          <a:xfrm>
            <a:off x="1792288" y="612775"/>
            <a:ext cx="5486400" cy="4114800"/>
          </a:xfrm>
          <a:prstGeom prst="rect">
            <a:avLst/>
          </a:prstGeom>
          <a:noFill/>
          <a:ln>
            <a:noFill/>
          </a:ln>
        </p:spPr>
      </p:sp>
      <p:sp>
        <p:nvSpPr>
          <p:cNvPr id="31" name="Google Shape;31;p41"/>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280"/>
              </a:spcBef>
              <a:spcAft>
                <a:spcPts val="0"/>
              </a:spcAft>
              <a:buClr>
                <a:schemeClr val="folHlink"/>
              </a:buClr>
              <a:buSzPts val="840"/>
              <a:buFont typeface="Noto Sans Symbols"/>
              <a:buNone/>
              <a:defRPr sz="1400">
                <a:solidFill>
                  <a:schemeClr val="dk1"/>
                </a:solidFill>
                <a:latin typeface="Tahoma"/>
                <a:ea typeface="Tahoma"/>
                <a:cs typeface="Tahoma"/>
                <a:sym typeface="Tahoma"/>
              </a:defRPr>
            </a:lvl1pPr>
            <a:lvl2pPr indent="-228600" lvl="1" marL="914400" marR="0" rtl="0" algn="l">
              <a:spcBef>
                <a:spcPts val="240"/>
              </a:spcBef>
              <a:spcAft>
                <a:spcPts val="0"/>
              </a:spcAft>
              <a:buClr>
                <a:schemeClr val="hlink"/>
              </a:buClr>
              <a:buSzPts val="660"/>
              <a:buFont typeface="Noto Sans Symbols"/>
              <a:buNone/>
              <a:defRPr b="0" i="0" sz="1200" u="none" cap="none" strike="noStrike">
                <a:solidFill>
                  <a:schemeClr val="dk1"/>
                </a:solidFill>
                <a:latin typeface="Tahoma"/>
                <a:ea typeface="Tahoma"/>
                <a:cs typeface="Tahoma"/>
                <a:sym typeface="Tahoma"/>
              </a:defRPr>
            </a:lvl2pPr>
            <a:lvl3pPr indent="-228600" lvl="2" marL="1371600" marR="0" rtl="0" algn="l">
              <a:spcBef>
                <a:spcPts val="200"/>
              </a:spcBef>
              <a:spcAft>
                <a:spcPts val="0"/>
              </a:spcAft>
              <a:buClr>
                <a:schemeClr val="folHlink"/>
              </a:buClr>
              <a:buSzPts val="500"/>
              <a:buFont typeface="Noto Sans Symbols"/>
              <a:buNone/>
              <a:defRPr b="0" i="0" sz="1000" u="none" cap="none" strike="noStrike">
                <a:solidFill>
                  <a:schemeClr val="dk1"/>
                </a:solidFill>
                <a:latin typeface="Tahoma"/>
                <a:ea typeface="Tahoma"/>
                <a:cs typeface="Tahoma"/>
                <a:sym typeface="Tahoma"/>
              </a:defRPr>
            </a:lvl3pPr>
            <a:lvl4pPr indent="-228600" lvl="3" marL="1828800" marR="0" rtl="0" algn="l">
              <a:spcBef>
                <a:spcPts val="180"/>
              </a:spcBef>
              <a:spcAft>
                <a:spcPts val="0"/>
              </a:spcAft>
              <a:buClr>
                <a:schemeClr val="accent2"/>
              </a:buClr>
              <a:buSzPts val="495"/>
              <a:buFont typeface="Noto Sans Symbols"/>
              <a:buNone/>
              <a:defRPr b="0" i="0" sz="900" u="none" cap="none" strike="noStrike">
                <a:solidFill>
                  <a:schemeClr val="dk1"/>
                </a:solidFill>
                <a:latin typeface="Tahoma"/>
                <a:ea typeface="Tahoma"/>
                <a:cs typeface="Tahoma"/>
                <a:sym typeface="Tahoma"/>
              </a:defRPr>
            </a:lvl4pPr>
            <a:lvl5pPr indent="-228600" lvl="4" marL="2286000" marR="0" rtl="0" algn="l">
              <a:spcBef>
                <a:spcPts val="180"/>
              </a:spcBef>
              <a:spcAft>
                <a:spcPts val="0"/>
              </a:spcAft>
              <a:buClr>
                <a:schemeClr val="accent1"/>
              </a:buClr>
              <a:buSzPts val="450"/>
              <a:buFont typeface="Noto Sans Symbols"/>
              <a:buNone/>
              <a:defRPr b="0" i="0" sz="900" u="none" cap="none" strike="noStrike">
                <a:solidFill>
                  <a:schemeClr val="dk1"/>
                </a:solidFill>
                <a:latin typeface="Tahoma"/>
                <a:ea typeface="Tahoma"/>
                <a:cs typeface="Tahoma"/>
                <a:sym typeface="Tahoma"/>
              </a:defRPr>
            </a:lvl5pPr>
            <a:lvl6pPr indent="-228600" lvl="5" marL="2743200" marR="0" rtl="0" algn="l">
              <a:spcBef>
                <a:spcPts val="180"/>
              </a:spcBef>
              <a:spcAft>
                <a:spcPts val="0"/>
              </a:spcAft>
              <a:buClr>
                <a:schemeClr val="accent1"/>
              </a:buClr>
              <a:buSzPts val="450"/>
              <a:buFont typeface="Noto Sans Symbols"/>
              <a:buNone/>
              <a:defRPr b="0" i="0" sz="900" u="none" cap="none" strike="noStrike">
                <a:solidFill>
                  <a:schemeClr val="dk1"/>
                </a:solidFill>
                <a:latin typeface="Tahoma"/>
                <a:ea typeface="Tahoma"/>
                <a:cs typeface="Tahoma"/>
                <a:sym typeface="Tahoma"/>
              </a:defRPr>
            </a:lvl6pPr>
            <a:lvl7pPr indent="-228600" lvl="6" marL="3200400" marR="0" rtl="0" algn="l">
              <a:spcBef>
                <a:spcPts val="180"/>
              </a:spcBef>
              <a:spcAft>
                <a:spcPts val="0"/>
              </a:spcAft>
              <a:buClr>
                <a:schemeClr val="accent1"/>
              </a:buClr>
              <a:buSzPts val="450"/>
              <a:buFont typeface="Noto Sans Symbols"/>
              <a:buNone/>
              <a:defRPr b="0" i="0" sz="900" u="none" cap="none" strike="noStrike">
                <a:solidFill>
                  <a:schemeClr val="dk1"/>
                </a:solidFill>
                <a:latin typeface="Tahoma"/>
                <a:ea typeface="Tahoma"/>
                <a:cs typeface="Tahoma"/>
                <a:sym typeface="Tahoma"/>
              </a:defRPr>
            </a:lvl7pPr>
            <a:lvl8pPr indent="-228600" lvl="7" marL="3657600" marR="0" rtl="0" algn="l">
              <a:spcBef>
                <a:spcPts val="180"/>
              </a:spcBef>
              <a:spcAft>
                <a:spcPts val="0"/>
              </a:spcAft>
              <a:buClr>
                <a:schemeClr val="accent1"/>
              </a:buClr>
              <a:buSzPts val="450"/>
              <a:buFont typeface="Noto Sans Symbols"/>
              <a:buNone/>
              <a:defRPr b="0" i="0" sz="900" u="none" cap="none" strike="noStrike">
                <a:solidFill>
                  <a:schemeClr val="dk1"/>
                </a:solidFill>
                <a:latin typeface="Tahoma"/>
                <a:ea typeface="Tahoma"/>
                <a:cs typeface="Tahoma"/>
                <a:sym typeface="Tahoma"/>
              </a:defRPr>
            </a:lvl8pPr>
            <a:lvl9pPr indent="-228600" lvl="8" marL="4114800" marR="0" rtl="0" algn="l">
              <a:spcBef>
                <a:spcPts val="180"/>
              </a:spcBef>
              <a:spcAft>
                <a:spcPts val="0"/>
              </a:spcAft>
              <a:buClr>
                <a:schemeClr val="accent1"/>
              </a:buClr>
              <a:buSzPts val="450"/>
              <a:buFont typeface="Noto Sans Symbols"/>
              <a:buNone/>
              <a:defRPr b="0" i="0" sz="900" u="none" cap="none" strike="noStrike">
                <a:solidFill>
                  <a:schemeClr val="dk1"/>
                </a:solidFill>
                <a:latin typeface="Tahoma"/>
                <a:ea typeface="Tahoma"/>
                <a:cs typeface="Tahoma"/>
                <a:sym typeface="Tahoma"/>
              </a:defRPr>
            </a:lvl9pPr>
          </a:lstStyle>
          <a:p/>
        </p:txBody>
      </p:sp>
      <p:sp>
        <p:nvSpPr>
          <p:cNvPr id="32" name="Google Shape;32;p41"/>
          <p:cNvSpPr txBox="1"/>
          <p:nvPr>
            <p:ph idx="12" type="sldNum"/>
          </p:nvPr>
        </p:nvSpPr>
        <p:spPr>
          <a:xfrm>
            <a:off x="0" y="6400800"/>
            <a:ext cx="1905000" cy="457200"/>
          </a:xfrm>
          <a:prstGeom prst="rect">
            <a:avLst/>
          </a:prstGeom>
          <a:noFill/>
          <a:ln>
            <a:noFill/>
          </a:ln>
        </p:spPr>
        <p:txBody>
          <a:bodyPr anchorCtr="0" anchor="b" bIns="45700" lIns="91425" spcFirstLastPara="1" rIns="91425" wrap="square" tIns="45700">
            <a:noAutofit/>
          </a:bodyPr>
          <a:lstStyle>
            <a:lvl1pPr indent="0" lvl="0" marL="0" marR="0" algn="l">
              <a:lnSpc>
                <a:spcPct val="100000"/>
              </a:lnSpc>
              <a:spcBef>
                <a:spcPts val="0"/>
              </a:spcBef>
              <a:spcAft>
                <a:spcPts val="0"/>
              </a:spcAft>
              <a:buClr>
                <a:schemeClr val="dk1"/>
              </a:buClr>
              <a:buSzPts val="2000"/>
              <a:buFont typeface="Arial"/>
              <a:buNone/>
              <a:defRPr b="1" i="0" sz="2000" u="none">
                <a:solidFill>
                  <a:schemeClr val="dk1"/>
                </a:solidFill>
                <a:latin typeface="Arial"/>
                <a:ea typeface="Arial"/>
                <a:cs typeface="Arial"/>
                <a:sym typeface="Arial"/>
              </a:defRPr>
            </a:lvl1pPr>
            <a:lvl2pPr indent="0" lvl="1" marL="0" marR="0" algn="l">
              <a:lnSpc>
                <a:spcPct val="100000"/>
              </a:lnSpc>
              <a:spcBef>
                <a:spcPts val="0"/>
              </a:spcBef>
              <a:spcAft>
                <a:spcPts val="0"/>
              </a:spcAft>
              <a:buClr>
                <a:schemeClr val="dk1"/>
              </a:buClr>
              <a:buSzPts val="2000"/>
              <a:buFont typeface="Arial"/>
              <a:buNone/>
              <a:defRPr b="1" i="0" sz="2000" u="none">
                <a:solidFill>
                  <a:schemeClr val="dk1"/>
                </a:solidFill>
                <a:latin typeface="Arial"/>
                <a:ea typeface="Arial"/>
                <a:cs typeface="Arial"/>
                <a:sym typeface="Arial"/>
              </a:defRPr>
            </a:lvl2pPr>
            <a:lvl3pPr indent="0" lvl="2" marL="0" marR="0" algn="l">
              <a:lnSpc>
                <a:spcPct val="100000"/>
              </a:lnSpc>
              <a:spcBef>
                <a:spcPts val="0"/>
              </a:spcBef>
              <a:spcAft>
                <a:spcPts val="0"/>
              </a:spcAft>
              <a:buClr>
                <a:schemeClr val="dk1"/>
              </a:buClr>
              <a:buSzPts val="2000"/>
              <a:buFont typeface="Arial"/>
              <a:buNone/>
              <a:defRPr b="1" i="0" sz="2000" u="none">
                <a:solidFill>
                  <a:schemeClr val="dk1"/>
                </a:solidFill>
                <a:latin typeface="Arial"/>
                <a:ea typeface="Arial"/>
                <a:cs typeface="Arial"/>
                <a:sym typeface="Arial"/>
              </a:defRPr>
            </a:lvl3pPr>
            <a:lvl4pPr indent="0" lvl="3" marL="0" marR="0" algn="l">
              <a:lnSpc>
                <a:spcPct val="100000"/>
              </a:lnSpc>
              <a:spcBef>
                <a:spcPts val="0"/>
              </a:spcBef>
              <a:spcAft>
                <a:spcPts val="0"/>
              </a:spcAft>
              <a:buClr>
                <a:schemeClr val="dk1"/>
              </a:buClr>
              <a:buSzPts val="2000"/>
              <a:buFont typeface="Arial"/>
              <a:buNone/>
              <a:defRPr b="1" i="0" sz="2000" u="none">
                <a:solidFill>
                  <a:schemeClr val="dk1"/>
                </a:solidFill>
                <a:latin typeface="Arial"/>
                <a:ea typeface="Arial"/>
                <a:cs typeface="Arial"/>
                <a:sym typeface="Arial"/>
              </a:defRPr>
            </a:lvl4pPr>
            <a:lvl5pPr indent="0" lvl="4" marL="0" marR="0" algn="l">
              <a:lnSpc>
                <a:spcPct val="100000"/>
              </a:lnSpc>
              <a:spcBef>
                <a:spcPts val="0"/>
              </a:spcBef>
              <a:spcAft>
                <a:spcPts val="0"/>
              </a:spcAft>
              <a:buClr>
                <a:schemeClr val="dk1"/>
              </a:buClr>
              <a:buSzPts val="2000"/>
              <a:buFont typeface="Arial"/>
              <a:buNone/>
              <a:defRPr b="1" i="0" sz="2000" u="none">
                <a:solidFill>
                  <a:schemeClr val="dk1"/>
                </a:solidFill>
                <a:latin typeface="Arial"/>
                <a:ea typeface="Arial"/>
                <a:cs typeface="Arial"/>
                <a:sym typeface="Arial"/>
              </a:defRPr>
            </a:lvl5pPr>
            <a:lvl6pPr indent="0" lvl="5" marL="0" marR="0" algn="l">
              <a:lnSpc>
                <a:spcPct val="100000"/>
              </a:lnSpc>
              <a:spcBef>
                <a:spcPts val="0"/>
              </a:spcBef>
              <a:spcAft>
                <a:spcPts val="0"/>
              </a:spcAft>
              <a:buClr>
                <a:schemeClr val="dk1"/>
              </a:buClr>
              <a:buSzPts val="2000"/>
              <a:buFont typeface="Arial"/>
              <a:buNone/>
              <a:defRPr b="1" i="0" sz="2000" u="none">
                <a:solidFill>
                  <a:schemeClr val="dk1"/>
                </a:solidFill>
                <a:latin typeface="Arial"/>
                <a:ea typeface="Arial"/>
                <a:cs typeface="Arial"/>
                <a:sym typeface="Arial"/>
              </a:defRPr>
            </a:lvl6pPr>
            <a:lvl7pPr indent="0" lvl="6" marL="0" marR="0" algn="l">
              <a:lnSpc>
                <a:spcPct val="100000"/>
              </a:lnSpc>
              <a:spcBef>
                <a:spcPts val="0"/>
              </a:spcBef>
              <a:spcAft>
                <a:spcPts val="0"/>
              </a:spcAft>
              <a:buClr>
                <a:schemeClr val="dk1"/>
              </a:buClr>
              <a:buSzPts val="2000"/>
              <a:buFont typeface="Arial"/>
              <a:buNone/>
              <a:defRPr b="1" i="0" sz="2000" u="none">
                <a:solidFill>
                  <a:schemeClr val="dk1"/>
                </a:solidFill>
                <a:latin typeface="Arial"/>
                <a:ea typeface="Arial"/>
                <a:cs typeface="Arial"/>
                <a:sym typeface="Arial"/>
              </a:defRPr>
            </a:lvl7pPr>
            <a:lvl8pPr indent="0" lvl="7" marL="0" marR="0" algn="l">
              <a:lnSpc>
                <a:spcPct val="100000"/>
              </a:lnSpc>
              <a:spcBef>
                <a:spcPts val="0"/>
              </a:spcBef>
              <a:spcAft>
                <a:spcPts val="0"/>
              </a:spcAft>
              <a:buClr>
                <a:schemeClr val="dk1"/>
              </a:buClr>
              <a:buSzPts val="2000"/>
              <a:buFont typeface="Arial"/>
              <a:buNone/>
              <a:defRPr b="1" i="0" sz="2000" u="none">
                <a:solidFill>
                  <a:schemeClr val="dk1"/>
                </a:solidFill>
                <a:latin typeface="Arial"/>
                <a:ea typeface="Arial"/>
                <a:cs typeface="Arial"/>
                <a:sym typeface="Arial"/>
              </a:defRPr>
            </a:lvl8pPr>
            <a:lvl9pPr indent="0" lvl="8" marL="0" marR="0" algn="l">
              <a:lnSpc>
                <a:spcPct val="100000"/>
              </a:lnSpc>
              <a:spcBef>
                <a:spcPts val="0"/>
              </a:spcBef>
              <a:spcAft>
                <a:spcPts val="0"/>
              </a:spcAft>
              <a:buClr>
                <a:schemeClr val="dk1"/>
              </a:buClr>
              <a:buSzPts val="2000"/>
              <a:buFont typeface="Arial"/>
              <a:buNone/>
              <a:defRPr b="1" i="0" sz="2000" u="none">
                <a:solidFill>
                  <a:schemeClr val="dk1"/>
                </a:solidFill>
                <a:latin typeface="Arial"/>
                <a:ea typeface="Arial"/>
                <a:cs typeface="Arial"/>
                <a:sym typeface="Arial"/>
              </a:defRPr>
            </a:lvl9pPr>
          </a:lstStyle>
          <a:p>
            <a:pPr indent="0" lvl="0" marL="0" rtl="0" algn="l">
              <a:spcBef>
                <a:spcPts val="0"/>
              </a:spcBef>
              <a:spcAft>
                <a:spcPts val="0"/>
              </a:spcAft>
              <a:buNone/>
            </a:pPr>
            <a:r>
              <a:rPr lang="en-US"/>
              <a:t>3.</a:t>
            </a: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33" name="Shape 33"/>
        <p:cNvGrpSpPr/>
        <p:nvPr/>
      </p:nvGrpSpPr>
      <p:grpSpPr>
        <a:xfrm>
          <a:off x="0" y="0"/>
          <a:ext cx="0" cy="0"/>
          <a:chOff x="0" y="0"/>
          <a:chExt cx="0" cy="0"/>
        </a:xfrm>
      </p:grpSpPr>
      <p:sp>
        <p:nvSpPr>
          <p:cNvPr id="34" name="Google Shape;34;p42"/>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1" i="0" sz="2000" u="none" cap="none" strike="noStrike">
                <a:solidFill>
                  <a:schemeClr val="dk2"/>
                </a:solidFill>
                <a:latin typeface="Tahoma"/>
                <a:ea typeface="Tahoma"/>
                <a:cs typeface="Tahoma"/>
                <a:sym typeface="Tahoma"/>
              </a:defRPr>
            </a:lvl1pPr>
            <a:lvl2pPr lvl="1"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2pPr>
            <a:lvl3pPr lvl="2"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3pPr>
            <a:lvl4pPr lvl="3"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4pPr>
            <a:lvl5pPr lvl="4"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5pPr>
            <a:lvl6pPr lvl="5"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6pPr>
            <a:lvl7pPr lvl="6"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7pPr>
            <a:lvl8pPr lvl="7"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8pPr>
            <a:lvl9pPr lvl="8"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9pPr>
          </a:lstStyle>
          <a:p/>
        </p:txBody>
      </p:sp>
      <p:sp>
        <p:nvSpPr>
          <p:cNvPr id="35" name="Google Shape;35;p42"/>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Autofit/>
          </a:bodyPr>
          <a:lstStyle>
            <a:lvl1pPr indent="-350520" lvl="0" marL="457200" marR="0" rtl="0" algn="l">
              <a:spcBef>
                <a:spcPts val="640"/>
              </a:spcBef>
              <a:spcAft>
                <a:spcPts val="0"/>
              </a:spcAft>
              <a:buClr>
                <a:schemeClr val="folHlink"/>
              </a:buClr>
              <a:buSzPts val="1920"/>
              <a:buFont typeface="Noto Sans Symbols"/>
              <a:buChar char="■"/>
              <a:defRPr sz="3200">
                <a:solidFill>
                  <a:schemeClr val="dk1"/>
                </a:solidFill>
                <a:latin typeface="Tahoma"/>
                <a:ea typeface="Tahoma"/>
                <a:cs typeface="Tahoma"/>
                <a:sym typeface="Tahoma"/>
              </a:defRPr>
            </a:lvl1pPr>
            <a:lvl2pPr indent="-326390" lvl="1" marL="914400" marR="0" rtl="0" algn="l">
              <a:spcBef>
                <a:spcPts val="560"/>
              </a:spcBef>
              <a:spcAft>
                <a:spcPts val="0"/>
              </a:spcAft>
              <a:buClr>
                <a:schemeClr val="hlink"/>
              </a:buClr>
              <a:buSzPts val="1540"/>
              <a:buFont typeface="Noto Sans Symbols"/>
              <a:buChar char="■"/>
              <a:defRPr b="0" i="0" sz="2800" u="none" cap="none" strike="noStrike">
                <a:solidFill>
                  <a:schemeClr val="dk1"/>
                </a:solidFill>
                <a:latin typeface="Tahoma"/>
                <a:ea typeface="Tahoma"/>
                <a:cs typeface="Tahoma"/>
                <a:sym typeface="Tahoma"/>
              </a:defRPr>
            </a:lvl2pPr>
            <a:lvl3pPr indent="-304800" lvl="2" marL="1371600" marR="0" rtl="0" algn="l">
              <a:spcBef>
                <a:spcPts val="480"/>
              </a:spcBef>
              <a:spcAft>
                <a:spcPts val="0"/>
              </a:spcAft>
              <a:buClr>
                <a:schemeClr val="folHlink"/>
              </a:buClr>
              <a:buSzPts val="1200"/>
              <a:buFont typeface="Noto Sans Symbols"/>
              <a:buChar char="■"/>
              <a:defRPr b="0" i="0" sz="2400" u="none" cap="none" strike="noStrike">
                <a:solidFill>
                  <a:schemeClr val="dk1"/>
                </a:solidFill>
                <a:latin typeface="Tahoma"/>
                <a:ea typeface="Tahoma"/>
                <a:cs typeface="Tahoma"/>
                <a:sym typeface="Tahoma"/>
              </a:defRPr>
            </a:lvl3pPr>
            <a:lvl4pPr indent="-298450" lvl="3" marL="1828800" marR="0" rtl="0" algn="l">
              <a:spcBef>
                <a:spcPts val="400"/>
              </a:spcBef>
              <a:spcAft>
                <a:spcPts val="0"/>
              </a:spcAft>
              <a:buClr>
                <a:schemeClr val="accent2"/>
              </a:buClr>
              <a:buSzPts val="1100"/>
              <a:buFont typeface="Noto Sans Symbols"/>
              <a:buChar char="■"/>
              <a:defRPr b="0" i="0" sz="2000" u="none" cap="none" strike="noStrike">
                <a:solidFill>
                  <a:schemeClr val="dk1"/>
                </a:solidFill>
                <a:latin typeface="Tahoma"/>
                <a:ea typeface="Tahoma"/>
                <a:cs typeface="Tahoma"/>
                <a:sym typeface="Tahoma"/>
              </a:defRPr>
            </a:lvl4pPr>
            <a:lvl5pPr indent="-292100" lvl="4" marL="2286000" marR="0" rtl="0" algn="l">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5pPr>
            <a:lvl6pPr indent="-292100" lvl="5" marL="2743200" marR="0" rtl="0" algn="l">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6pPr>
            <a:lvl7pPr indent="-292100" lvl="6" marL="3200400" marR="0" rtl="0" algn="l">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7pPr>
            <a:lvl8pPr indent="-292100" lvl="7" marL="3657600" marR="0" rtl="0" algn="l">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8pPr>
            <a:lvl9pPr indent="-292100" lvl="8" marL="4114800" marR="0" rtl="0" algn="l">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9pPr>
          </a:lstStyle>
          <a:p/>
        </p:txBody>
      </p:sp>
      <p:sp>
        <p:nvSpPr>
          <p:cNvPr id="36" name="Google Shape;36;p42"/>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280"/>
              </a:spcBef>
              <a:spcAft>
                <a:spcPts val="0"/>
              </a:spcAft>
              <a:buClr>
                <a:schemeClr val="folHlink"/>
              </a:buClr>
              <a:buSzPts val="840"/>
              <a:buFont typeface="Noto Sans Symbols"/>
              <a:buNone/>
              <a:defRPr sz="1400">
                <a:solidFill>
                  <a:schemeClr val="dk1"/>
                </a:solidFill>
                <a:latin typeface="Tahoma"/>
                <a:ea typeface="Tahoma"/>
                <a:cs typeface="Tahoma"/>
                <a:sym typeface="Tahoma"/>
              </a:defRPr>
            </a:lvl1pPr>
            <a:lvl2pPr indent="-228600" lvl="1" marL="914400" marR="0" rtl="0" algn="l">
              <a:spcBef>
                <a:spcPts val="240"/>
              </a:spcBef>
              <a:spcAft>
                <a:spcPts val="0"/>
              </a:spcAft>
              <a:buClr>
                <a:schemeClr val="hlink"/>
              </a:buClr>
              <a:buSzPts val="660"/>
              <a:buFont typeface="Noto Sans Symbols"/>
              <a:buNone/>
              <a:defRPr b="0" i="0" sz="1200" u="none" cap="none" strike="noStrike">
                <a:solidFill>
                  <a:schemeClr val="dk1"/>
                </a:solidFill>
                <a:latin typeface="Tahoma"/>
                <a:ea typeface="Tahoma"/>
                <a:cs typeface="Tahoma"/>
                <a:sym typeface="Tahoma"/>
              </a:defRPr>
            </a:lvl2pPr>
            <a:lvl3pPr indent="-228600" lvl="2" marL="1371600" marR="0" rtl="0" algn="l">
              <a:spcBef>
                <a:spcPts val="200"/>
              </a:spcBef>
              <a:spcAft>
                <a:spcPts val="0"/>
              </a:spcAft>
              <a:buClr>
                <a:schemeClr val="folHlink"/>
              </a:buClr>
              <a:buSzPts val="500"/>
              <a:buFont typeface="Noto Sans Symbols"/>
              <a:buNone/>
              <a:defRPr b="0" i="0" sz="1000" u="none" cap="none" strike="noStrike">
                <a:solidFill>
                  <a:schemeClr val="dk1"/>
                </a:solidFill>
                <a:latin typeface="Tahoma"/>
                <a:ea typeface="Tahoma"/>
                <a:cs typeface="Tahoma"/>
                <a:sym typeface="Tahoma"/>
              </a:defRPr>
            </a:lvl3pPr>
            <a:lvl4pPr indent="-228600" lvl="3" marL="1828800" marR="0" rtl="0" algn="l">
              <a:spcBef>
                <a:spcPts val="180"/>
              </a:spcBef>
              <a:spcAft>
                <a:spcPts val="0"/>
              </a:spcAft>
              <a:buClr>
                <a:schemeClr val="accent2"/>
              </a:buClr>
              <a:buSzPts val="495"/>
              <a:buFont typeface="Noto Sans Symbols"/>
              <a:buNone/>
              <a:defRPr b="0" i="0" sz="900" u="none" cap="none" strike="noStrike">
                <a:solidFill>
                  <a:schemeClr val="dk1"/>
                </a:solidFill>
                <a:latin typeface="Tahoma"/>
                <a:ea typeface="Tahoma"/>
                <a:cs typeface="Tahoma"/>
                <a:sym typeface="Tahoma"/>
              </a:defRPr>
            </a:lvl4pPr>
            <a:lvl5pPr indent="-228600" lvl="4" marL="2286000" marR="0" rtl="0" algn="l">
              <a:spcBef>
                <a:spcPts val="180"/>
              </a:spcBef>
              <a:spcAft>
                <a:spcPts val="0"/>
              </a:spcAft>
              <a:buClr>
                <a:schemeClr val="accent1"/>
              </a:buClr>
              <a:buSzPts val="450"/>
              <a:buFont typeface="Noto Sans Symbols"/>
              <a:buNone/>
              <a:defRPr b="0" i="0" sz="900" u="none" cap="none" strike="noStrike">
                <a:solidFill>
                  <a:schemeClr val="dk1"/>
                </a:solidFill>
                <a:latin typeface="Tahoma"/>
                <a:ea typeface="Tahoma"/>
                <a:cs typeface="Tahoma"/>
                <a:sym typeface="Tahoma"/>
              </a:defRPr>
            </a:lvl5pPr>
            <a:lvl6pPr indent="-228600" lvl="5" marL="2743200" marR="0" rtl="0" algn="l">
              <a:spcBef>
                <a:spcPts val="180"/>
              </a:spcBef>
              <a:spcAft>
                <a:spcPts val="0"/>
              </a:spcAft>
              <a:buClr>
                <a:schemeClr val="accent1"/>
              </a:buClr>
              <a:buSzPts val="450"/>
              <a:buFont typeface="Noto Sans Symbols"/>
              <a:buNone/>
              <a:defRPr b="0" i="0" sz="900" u="none" cap="none" strike="noStrike">
                <a:solidFill>
                  <a:schemeClr val="dk1"/>
                </a:solidFill>
                <a:latin typeface="Tahoma"/>
                <a:ea typeface="Tahoma"/>
                <a:cs typeface="Tahoma"/>
                <a:sym typeface="Tahoma"/>
              </a:defRPr>
            </a:lvl6pPr>
            <a:lvl7pPr indent="-228600" lvl="6" marL="3200400" marR="0" rtl="0" algn="l">
              <a:spcBef>
                <a:spcPts val="180"/>
              </a:spcBef>
              <a:spcAft>
                <a:spcPts val="0"/>
              </a:spcAft>
              <a:buClr>
                <a:schemeClr val="accent1"/>
              </a:buClr>
              <a:buSzPts val="450"/>
              <a:buFont typeface="Noto Sans Symbols"/>
              <a:buNone/>
              <a:defRPr b="0" i="0" sz="900" u="none" cap="none" strike="noStrike">
                <a:solidFill>
                  <a:schemeClr val="dk1"/>
                </a:solidFill>
                <a:latin typeface="Tahoma"/>
                <a:ea typeface="Tahoma"/>
                <a:cs typeface="Tahoma"/>
                <a:sym typeface="Tahoma"/>
              </a:defRPr>
            </a:lvl7pPr>
            <a:lvl8pPr indent="-228600" lvl="7" marL="3657600" marR="0" rtl="0" algn="l">
              <a:spcBef>
                <a:spcPts val="180"/>
              </a:spcBef>
              <a:spcAft>
                <a:spcPts val="0"/>
              </a:spcAft>
              <a:buClr>
                <a:schemeClr val="accent1"/>
              </a:buClr>
              <a:buSzPts val="450"/>
              <a:buFont typeface="Noto Sans Symbols"/>
              <a:buNone/>
              <a:defRPr b="0" i="0" sz="900" u="none" cap="none" strike="noStrike">
                <a:solidFill>
                  <a:schemeClr val="dk1"/>
                </a:solidFill>
                <a:latin typeface="Tahoma"/>
                <a:ea typeface="Tahoma"/>
                <a:cs typeface="Tahoma"/>
                <a:sym typeface="Tahoma"/>
              </a:defRPr>
            </a:lvl8pPr>
            <a:lvl9pPr indent="-228600" lvl="8" marL="4114800" marR="0" rtl="0" algn="l">
              <a:spcBef>
                <a:spcPts val="180"/>
              </a:spcBef>
              <a:spcAft>
                <a:spcPts val="0"/>
              </a:spcAft>
              <a:buClr>
                <a:schemeClr val="accent1"/>
              </a:buClr>
              <a:buSzPts val="450"/>
              <a:buFont typeface="Noto Sans Symbols"/>
              <a:buNone/>
              <a:defRPr b="0" i="0" sz="900" u="none" cap="none" strike="noStrike">
                <a:solidFill>
                  <a:schemeClr val="dk1"/>
                </a:solidFill>
                <a:latin typeface="Tahoma"/>
                <a:ea typeface="Tahoma"/>
                <a:cs typeface="Tahoma"/>
                <a:sym typeface="Tahoma"/>
              </a:defRPr>
            </a:lvl9pPr>
          </a:lstStyle>
          <a:p/>
        </p:txBody>
      </p:sp>
      <p:sp>
        <p:nvSpPr>
          <p:cNvPr id="37" name="Google Shape;37;p42"/>
          <p:cNvSpPr txBox="1"/>
          <p:nvPr>
            <p:ph idx="12" type="sldNum"/>
          </p:nvPr>
        </p:nvSpPr>
        <p:spPr>
          <a:xfrm>
            <a:off x="0" y="6400800"/>
            <a:ext cx="1905000" cy="457200"/>
          </a:xfrm>
          <a:prstGeom prst="rect">
            <a:avLst/>
          </a:prstGeom>
          <a:noFill/>
          <a:ln>
            <a:noFill/>
          </a:ln>
        </p:spPr>
        <p:txBody>
          <a:bodyPr anchorCtr="0" anchor="b" bIns="45700" lIns="91425" spcFirstLastPara="1" rIns="91425" wrap="square" tIns="45700">
            <a:noAutofit/>
          </a:bodyPr>
          <a:lstStyle>
            <a:lvl1pPr indent="0" lvl="0" marL="0" marR="0" algn="l">
              <a:lnSpc>
                <a:spcPct val="100000"/>
              </a:lnSpc>
              <a:spcBef>
                <a:spcPts val="0"/>
              </a:spcBef>
              <a:spcAft>
                <a:spcPts val="0"/>
              </a:spcAft>
              <a:buClr>
                <a:schemeClr val="dk1"/>
              </a:buClr>
              <a:buSzPts val="2000"/>
              <a:buFont typeface="Arial"/>
              <a:buNone/>
              <a:defRPr b="1" i="0" sz="2000" u="none">
                <a:solidFill>
                  <a:schemeClr val="dk1"/>
                </a:solidFill>
                <a:latin typeface="Arial"/>
                <a:ea typeface="Arial"/>
                <a:cs typeface="Arial"/>
                <a:sym typeface="Arial"/>
              </a:defRPr>
            </a:lvl1pPr>
            <a:lvl2pPr indent="0" lvl="1" marL="0" marR="0" algn="l">
              <a:lnSpc>
                <a:spcPct val="100000"/>
              </a:lnSpc>
              <a:spcBef>
                <a:spcPts val="0"/>
              </a:spcBef>
              <a:spcAft>
                <a:spcPts val="0"/>
              </a:spcAft>
              <a:buClr>
                <a:schemeClr val="dk1"/>
              </a:buClr>
              <a:buSzPts val="2000"/>
              <a:buFont typeface="Arial"/>
              <a:buNone/>
              <a:defRPr b="1" i="0" sz="2000" u="none">
                <a:solidFill>
                  <a:schemeClr val="dk1"/>
                </a:solidFill>
                <a:latin typeface="Arial"/>
                <a:ea typeface="Arial"/>
                <a:cs typeface="Arial"/>
                <a:sym typeface="Arial"/>
              </a:defRPr>
            </a:lvl2pPr>
            <a:lvl3pPr indent="0" lvl="2" marL="0" marR="0" algn="l">
              <a:lnSpc>
                <a:spcPct val="100000"/>
              </a:lnSpc>
              <a:spcBef>
                <a:spcPts val="0"/>
              </a:spcBef>
              <a:spcAft>
                <a:spcPts val="0"/>
              </a:spcAft>
              <a:buClr>
                <a:schemeClr val="dk1"/>
              </a:buClr>
              <a:buSzPts val="2000"/>
              <a:buFont typeface="Arial"/>
              <a:buNone/>
              <a:defRPr b="1" i="0" sz="2000" u="none">
                <a:solidFill>
                  <a:schemeClr val="dk1"/>
                </a:solidFill>
                <a:latin typeface="Arial"/>
                <a:ea typeface="Arial"/>
                <a:cs typeface="Arial"/>
                <a:sym typeface="Arial"/>
              </a:defRPr>
            </a:lvl3pPr>
            <a:lvl4pPr indent="0" lvl="3" marL="0" marR="0" algn="l">
              <a:lnSpc>
                <a:spcPct val="100000"/>
              </a:lnSpc>
              <a:spcBef>
                <a:spcPts val="0"/>
              </a:spcBef>
              <a:spcAft>
                <a:spcPts val="0"/>
              </a:spcAft>
              <a:buClr>
                <a:schemeClr val="dk1"/>
              </a:buClr>
              <a:buSzPts val="2000"/>
              <a:buFont typeface="Arial"/>
              <a:buNone/>
              <a:defRPr b="1" i="0" sz="2000" u="none">
                <a:solidFill>
                  <a:schemeClr val="dk1"/>
                </a:solidFill>
                <a:latin typeface="Arial"/>
                <a:ea typeface="Arial"/>
                <a:cs typeface="Arial"/>
                <a:sym typeface="Arial"/>
              </a:defRPr>
            </a:lvl4pPr>
            <a:lvl5pPr indent="0" lvl="4" marL="0" marR="0" algn="l">
              <a:lnSpc>
                <a:spcPct val="100000"/>
              </a:lnSpc>
              <a:spcBef>
                <a:spcPts val="0"/>
              </a:spcBef>
              <a:spcAft>
                <a:spcPts val="0"/>
              </a:spcAft>
              <a:buClr>
                <a:schemeClr val="dk1"/>
              </a:buClr>
              <a:buSzPts val="2000"/>
              <a:buFont typeface="Arial"/>
              <a:buNone/>
              <a:defRPr b="1" i="0" sz="2000" u="none">
                <a:solidFill>
                  <a:schemeClr val="dk1"/>
                </a:solidFill>
                <a:latin typeface="Arial"/>
                <a:ea typeface="Arial"/>
                <a:cs typeface="Arial"/>
                <a:sym typeface="Arial"/>
              </a:defRPr>
            </a:lvl5pPr>
            <a:lvl6pPr indent="0" lvl="5" marL="0" marR="0" algn="l">
              <a:lnSpc>
                <a:spcPct val="100000"/>
              </a:lnSpc>
              <a:spcBef>
                <a:spcPts val="0"/>
              </a:spcBef>
              <a:spcAft>
                <a:spcPts val="0"/>
              </a:spcAft>
              <a:buClr>
                <a:schemeClr val="dk1"/>
              </a:buClr>
              <a:buSzPts val="2000"/>
              <a:buFont typeface="Arial"/>
              <a:buNone/>
              <a:defRPr b="1" i="0" sz="2000" u="none">
                <a:solidFill>
                  <a:schemeClr val="dk1"/>
                </a:solidFill>
                <a:latin typeface="Arial"/>
                <a:ea typeface="Arial"/>
                <a:cs typeface="Arial"/>
                <a:sym typeface="Arial"/>
              </a:defRPr>
            </a:lvl6pPr>
            <a:lvl7pPr indent="0" lvl="6" marL="0" marR="0" algn="l">
              <a:lnSpc>
                <a:spcPct val="100000"/>
              </a:lnSpc>
              <a:spcBef>
                <a:spcPts val="0"/>
              </a:spcBef>
              <a:spcAft>
                <a:spcPts val="0"/>
              </a:spcAft>
              <a:buClr>
                <a:schemeClr val="dk1"/>
              </a:buClr>
              <a:buSzPts val="2000"/>
              <a:buFont typeface="Arial"/>
              <a:buNone/>
              <a:defRPr b="1" i="0" sz="2000" u="none">
                <a:solidFill>
                  <a:schemeClr val="dk1"/>
                </a:solidFill>
                <a:latin typeface="Arial"/>
                <a:ea typeface="Arial"/>
                <a:cs typeface="Arial"/>
                <a:sym typeface="Arial"/>
              </a:defRPr>
            </a:lvl7pPr>
            <a:lvl8pPr indent="0" lvl="7" marL="0" marR="0" algn="l">
              <a:lnSpc>
                <a:spcPct val="100000"/>
              </a:lnSpc>
              <a:spcBef>
                <a:spcPts val="0"/>
              </a:spcBef>
              <a:spcAft>
                <a:spcPts val="0"/>
              </a:spcAft>
              <a:buClr>
                <a:schemeClr val="dk1"/>
              </a:buClr>
              <a:buSzPts val="2000"/>
              <a:buFont typeface="Arial"/>
              <a:buNone/>
              <a:defRPr b="1" i="0" sz="2000" u="none">
                <a:solidFill>
                  <a:schemeClr val="dk1"/>
                </a:solidFill>
                <a:latin typeface="Arial"/>
                <a:ea typeface="Arial"/>
                <a:cs typeface="Arial"/>
                <a:sym typeface="Arial"/>
              </a:defRPr>
            </a:lvl8pPr>
            <a:lvl9pPr indent="0" lvl="8" marL="0" marR="0" algn="l">
              <a:lnSpc>
                <a:spcPct val="100000"/>
              </a:lnSpc>
              <a:spcBef>
                <a:spcPts val="0"/>
              </a:spcBef>
              <a:spcAft>
                <a:spcPts val="0"/>
              </a:spcAft>
              <a:buClr>
                <a:schemeClr val="dk1"/>
              </a:buClr>
              <a:buSzPts val="2000"/>
              <a:buFont typeface="Arial"/>
              <a:buNone/>
              <a:defRPr b="1" i="0" sz="2000" u="none">
                <a:solidFill>
                  <a:schemeClr val="dk1"/>
                </a:solidFill>
                <a:latin typeface="Arial"/>
                <a:ea typeface="Arial"/>
                <a:cs typeface="Arial"/>
                <a:sym typeface="Arial"/>
              </a:defRPr>
            </a:lvl9pPr>
          </a:lstStyle>
          <a:p>
            <a:pPr indent="0" lvl="0" marL="0" rtl="0" algn="l">
              <a:spcBef>
                <a:spcPts val="0"/>
              </a:spcBef>
              <a:spcAft>
                <a:spcPts val="0"/>
              </a:spcAft>
              <a:buNone/>
            </a:pPr>
            <a:r>
              <a:rPr lang="en-US"/>
              <a:t>3.</a:t>
            </a: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8" name="Shape 38"/>
        <p:cNvGrpSpPr/>
        <p:nvPr/>
      </p:nvGrpSpPr>
      <p:grpSpPr>
        <a:xfrm>
          <a:off x="0" y="0"/>
          <a:ext cx="0" cy="0"/>
          <a:chOff x="0" y="0"/>
          <a:chExt cx="0" cy="0"/>
        </a:xfrm>
      </p:grpSpPr>
      <p:sp>
        <p:nvSpPr>
          <p:cNvPr id="39" name="Google Shape;39;p43"/>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1pPr>
            <a:lvl2pPr lvl="1"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2pPr>
            <a:lvl3pPr lvl="2"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3pPr>
            <a:lvl4pPr lvl="3"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4pPr>
            <a:lvl5pPr lvl="4"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5pPr>
            <a:lvl6pPr lvl="5"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6pPr>
            <a:lvl7pPr lvl="6"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7pPr>
            <a:lvl8pPr lvl="7"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8pPr>
            <a:lvl9pPr lvl="8"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9pPr>
          </a:lstStyle>
          <a:p/>
        </p:txBody>
      </p:sp>
      <p:sp>
        <p:nvSpPr>
          <p:cNvPr id="40" name="Google Shape;40;p43"/>
          <p:cNvSpPr txBox="1"/>
          <p:nvPr>
            <p:ph idx="12" type="sldNum"/>
          </p:nvPr>
        </p:nvSpPr>
        <p:spPr>
          <a:xfrm>
            <a:off x="0" y="6400800"/>
            <a:ext cx="1905000" cy="457200"/>
          </a:xfrm>
          <a:prstGeom prst="rect">
            <a:avLst/>
          </a:prstGeom>
          <a:noFill/>
          <a:ln>
            <a:noFill/>
          </a:ln>
        </p:spPr>
        <p:txBody>
          <a:bodyPr anchorCtr="0" anchor="b" bIns="45700" lIns="91425" spcFirstLastPara="1" rIns="91425" wrap="square" tIns="45700">
            <a:noAutofit/>
          </a:bodyPr>
          <a:lstStyle>
            <a:lvl1pPr indent="0" lvl="0" marL="0" marR="0" algn="l">
              <a:lnSpc>
                <a:spcPct val="100000"/>
              </a:lnSpc>
              <a:spcBef>
                <a:spcPts val="0"/>
              </a:spcBef>
              <a:spcAft>
                <a:spcPts val="0"/>
              </a:spcAft>
              <a:buClr>
                <a:schemeClr val="dk1"/>
              </a:buClr>
              <a:buSzPts val="2000"/>
              <a:buFont typeface="Arial"/>
              <a:buNone/>
              <a:defRPr b="1" i="0" sz="2000" u="none">
                <a:solidFill>
                  <a:schemeClr val="dk1"/>
                </a:solidFill>
                <a:latin typeface="Arial"/>
                <a:ea typeface="Arial"/>
                <a:cs typeface="Arial"/>
                <a:sym typeface="Arial"/>
              </a:defRPr>
            </a:lvl1pPr>
            <a:lvl2pPr indent="0" lvl="1" marL="0" marR="0" algn="l">
              <a:lnSpc>
                <a:spcPct val="100000"/>
              </a:lnSpc>
              <a:spcBef>
                <a:spcPts val="0"/>
              </a:spcBef>
              <a:spcAft>
                <a:spcPts val="0"/>
              </a:spcAft>
              <a:buClr>
                <a:schemeClr val="dk1"/>
              </a:buClr>
              <a:buSzPts val="2000"/>
              <a:buFont typeface="Arial"/>
              <a:buNone/>
              <a:defRPr b="1" i="0" sz="2000" u="none">
                <a:solidFill>
                  <a:schemeClr val="dk1"/>
                </a:solidFill>
                <a:latin typeface="Arial"/>
                <a:ea typeface="Arial"/>
                <a:cs typeface="Arial"/>
                <a:sym typeface="Arial"/>
              </a:defRPr>
            </a:lvl2pPr>
            <a:lvl3pPr indent="0" lvl="2" marL="0" marR="0" algn="l">
              <a:lnSpc>
                <a:spcPct val="100000"/>
              </a:lnSpc>
              <a:spcBef>
                <a:spcPts val="0"/>
              </a:spcBef>
              <a:spcAft>
                <a:spcPts val="0"/>
              </a:spcAft>
              <a:buClr>
                <a:schemeClr val="dk1"/>
              </a:buClr>
              <a:buSzPts val="2000"/>
              <a:buFont typeface="Arial"/>
              <a:buNone/>
              <a:defRPr b="1" i="0" sz="2000" u="none">
                <a:solidFill>
                  <a:schemeClr val="dk1"/>
                </a:solidFill>
                <a:latin typeface="Arial"/>
                <a:ea typeface="Arial"/>
                <a:cs typeface="Arial"/>
                <a:sym typeface="Arial"/>
              </a:defRPr>
            </a:lvl3pPr>
            <a:lvl4pPr indent="0" lvl="3" marL="0" marR="0" algn="l">
              <a:lnSpc>
                <a:spcPct val="100000"/>
              </a:lnSpc>
              <a:spcBef>
                <a:spcPts val="0"/>
              </a:spcBef>
              <a:spcAft>
                <a:spcPts val="0"/>
              </a:spcAft>
              <a:buClr>
                <a:schemeClr val="dk1"/>
              </a:buClr>
              <a:buSzPts val="2000"/>
              <a:buFont typeface="Arial"/>
              <a:buNone/>
              <a:defRPr b="1" i="0" sz="2000" u="none">
                <a:solidFill>
                  <a:schemeClr val="dk1"/>
                </a:solidFill>
                <a:latin typeface="Arial"/>
                <a:ea typeface="Arial"/>
                <a:cs typeface="Arial"/>
                <a:sym typeface="Arial"/>
              </a:defRPr>
            </a:lvl4pPr>
            <a:lvl5pPr indent="0" lvl="4" marL="0" marR="0" algn="l">
              <a:lnSpc>
                <a:spcPct val="100000"/>
              </a:lnSpc>
              <a:spcBef>
                <a:spcPts val="0"/>
              </a:spcBef>
              <a:spcAft>
                <a:spcPts val="0"/>
              </a:spcAft>
              <a:buClr>
                <a:schemeClr val="dk1"/>
              </a:buClr>
              <a:buSzPts val="2000"/>
              <a:buFont typeface="Arial"/>
              <a:buNone/>
              <a:defRPr b="1" i="0" sz="2000" u="none">
                <a:solidFill>
                  <a:schemeClr val="dk1"/>
                </a:solidFill>
                <a:latin typeface="Arial"/>
                <a:ea typeface="Arial"/>
                <a:cs typeface="Arial"/>
                <a:sym typeface="Arial"/>
              </a:defRPr>
            </a:lvl5pPr>
            <a:lvl6pPr indent="0" lvl="5" marL="0" marR="0" algn="l">
              <a:lnSpc>
                <a:spcPct val="100000"/>
              </a:lnSpc>
              <a:spcBef>
                <a:spcPts val="0"/>
              </a:spcBef>
              <a:spcAft>
                <a:spcPts val="0"/>
              </a:spcAft>
              <a:buClr>
                <a:schemeClr val="dk1"/>
              </a:buClr>
              <a:buSzPts val="2000"/>
              <a:buFont typeface="Arial"/>
              <a:buNone/>
              <a:defRPr b="1" i="0" sz="2000" u="none">
                <a:solidFill>
                  <a:schemeClr val="dk1"/>
                </a:solidFill>
                <a:latin typeface="Arial"/>
                <a:ea typeface="Arial"/>
                <a:cs typeface="Arial"/>
                <a:sym typeface="Arial"/>
              </a:defRPr>
            </a:lvl6pPr>
            <a:lvl7pPr indent="0" lvl="6" marL="0" marR="0" algn="l">
              <a:lnSpc>
                <a:spcPct val="100000"/>
              </a:lnSpc>
              <a:spcBef>
                <a:spcPts val="0"/>
              </a:spcBef>
              <a:spcAft>
                <a:spcPts val="0"/>
              </a:spcAft>
              <a:buClr>
                <a:schemeClr val="dk1"/>
              </a:buClr>
              <a:buSzPts val="2000"/>
              <a:buFont typeface="Arial"/>
              <a:buNone/>
              <a:defRPr b="1" i="0" sz="2000" u="none">
                <a:solidFill>
                  <a:schemeClr val="dk1"/>
                </a:solidFill>
                <a:latin typeface="Arial"/>
                <a:ea typeface="Arial"/>
                <a:cs typeface="Arial"/>
                <a:sym typeface="Arial"/>
              </a:defRPr>
            </a:lvl7pPr>
            <a:lvl8pPr indent="0" lvl="7" marL="0" marR="0" algn="l">
              <a:lnSpc>
                <a:spcPct val="100000"/>
              </a:lnSpc>
              <a:spcBef>
                <a:spcPts val="0"/>
              </a:spcBef>
              <a:spcAft>
                <a:spcPts val="0"/>
              </a:spcAft>
              <a:buClr>
                <a:schemeClr val="dk1"/>
              </a:buClr>
              <a:buSzPts val="2000"/>
              <a:buFont typeface="Arial"/>
              <a:buNone/>
              <a:defRPr b="1" i="0" sz="2000" u="none">
                <a:solidFill>
                  <a:schemeClr val="dk1"/>
                </a:solidFill>
                <a:latin typeface="Arial"/>
                <a:ea typeface="Arial"/>
                <a:cs typeface="Arial"/>
                <a:sym typeface="Arial"/>
              </a:defRPr>
            </a:lvl8pPr>
            <a:lvl9pPr indent="0" lvl="8" marL="0" marR="0" algn="l">
              <a:lnSpc>
                <a:spcPct val="100000"/>
              </a:lnSpc>
              <a:spcBef>
                <a:spcPts val="0"/>
              </a:spcBef>
              <a:spcAft>
                <a:spcPts val="0"/>
              </a:spcAft>
              <a:buClr>
                <a:schemeClr val="dk1"/>
              </a:buClr>
              <a:buSzPts val="2000"/>
              <a:buFont typeface="Arial"/>
              <a:buNone/>
              <a:defRPr b="1" i="0" sz="2000" u="none">
                <a:solidFill>
                  <a:schemeClr val="dk1"/>
                </a:solidFill>
                <a:latin typeface="Arial"/>
                <a:ea typeface="Arial"/>
                <a:cs typeface="Arial"/>
                <a:sym typeface="Arial"/>
              </a:defRPr>
            </a:lvl9pPr>
          </a:lstStyle>
          <a:p>
            <a:pPr indent="0" lvl="0" marL="0" rtl="0" algn="l">
              <a:spcBef>
                <a:spcPts val="0"/>
              </a:spcBef>
              <a:spcAft>
                <a:spcPts val="0"/>
              </a:spcAft>
              <a:buNone/>
            </a:pPr>
            <a:r>
              <a:rPr lang="en-US"/>
              <a:t>3.</a:t>
            </a: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1" name="Shape 41"/>
        <p:cNvGrpSpPr/>
        <p:nvPr/>
      </p:nvGrpSpPr>
      <p:grpSpPr>
        <a:xfrm>
          <a:off x="0" y="0"/>
          <a:ext cx="0" cy="0"/>
          <a:chOff x="0" y="0"/>
          <a:chExt cx="0" cy="0"/>
        </a:xfrm>
      </p:grpSpPr>
      <p:sp>
        <p:nvSpPr>
          <p:cNvPr id="42" name="Google Shape;42;p44"/>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1pPr>
            <a:lvl2pPr lvl="1"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2pPr>
            <a:lvl3pPr lvl="2"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3pPr>
            <a:lvl4pPr lvl="3"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4pPr>
            <a:lvl5pPr lvl="4"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5pPr>
            <a:lvl6pPr lvl="5"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6pPr>
            <a:lvl7pPr lvl="6"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7pPr>
            <a:lvl8pPr lvl="7"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8pPr>
            <a:lvl9pPr lvl="8"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9pPr>
          </a:lstStyle>
          <a:p/>
        </p:txBody>
      </p:sp>
      <p:sp>
        <p:nvSpPr>
          <p:cNvPr id="43" name="Google Shape;43;p44"/>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Autofit/>
          </a:bodyPr>
          <a:lstStyle>
            <a:lvl1pPr indent="-228600" lvl="0" marL="457200" marR="0" rtl="0" algn="l">
              <a:spcBef>
                <a:spcPts val="480"/>
              </a:spcBef>
              <a:spcAft>
                <a:spcPts val="0"/>
              </a:spcAft>
              <a:buClr>
                <a:schemeClr val="folHlink"/>
              </a:buClr>
              <a:buSzPts val="1440"/>
              <a:buFont typeface="Noto Sans Symbols"/>
              <a:buNone/>
              <a:defRPr b="1" sz="2400">
                <a:solidFill>
                  <a:schemeClr val="dk1"/>
                </a:solidFill>
                <a:latin typeface="Tahoma"/>
                <a:ea typeface="Tahoma"/>
                <a:cs typeface="Tahoma"/>
                <a:sym typeface="Tahoma"/>
              </a:defRPr>
            </a:lvl1pPr>
            <a:lvl2pPr indent="-228600" lvl="1" marL="914400" marR="0" rtl="0" algn="l">
              <a:spcBef>
                <a:spcPts val="400"/>
              </a:spcBef>
              <a:spcAft>
                <a:spcPts val="0"/>
              </a:spcAft>
              <a:buClr>
                <a:schemeClr val="hlink"/>
              </a:buClr>
              <a:buSzPts val="1100"/>
              <a:buFont typeface="Noto Sans Symbols"/>
              <a:buNone/>
              <a:defRPr b="1" i="0" sz="2000" u="none" cap="none" strike="noStrike">
                <a:solidFill>
                  <a:schemeClr val="dk1"/>
                </a:solidFill>
                <a:latin typeface="Tahoma"/>
                <a:ea typeface="Tahoma"/>
                <a:cs typeface="Tahoma"/>
                <a:sym typeface="Tahoma"/>
              </a:defRPr>
            </a:lvl2pPr>
            <a:lvl3pPr indent="-228600" lvl="2" marL="1371600" marR="0" rtl="0" algn="l">
              <a:spcBef>
                <a:spcPts val="360"/>
              </a:spcBef>
              <a:spcAft>
                <a:spcPts val="0"/>
              </a:spcAft>
              <a:buClr>
                <a:schemeClr val="folHlink"/>
              </a:buClr>
              <a:buSzPts val="900"/>
              <a:buFont typeface="Noto Sans Symbols"/>
              <a:buNone/>
              <a:defRPr b="1" i="0" sz="1800" u="none" cap="none" strike="noStrike">
                <a:solidFill>
                  <a:schemeClr val="dk1"/>
                </a:solidFill>
                <a:latin typeface="Tahoma"/>
                <a:ea typeface="Tahoma"/>
                <a:cs typeface="Tahoma"/>
                <a:sym typeface="Tahoma"/>
              </a:defRPr>
            </a:lvl3pPr>
            <a:lvl4pPr indent="-228600" lvl="3" marL="1828800" marR="0" rtl="0" algn="l">
              <a:spcBef>
                <a:spcPts val="320"/>
              </a:spcBef>
              <a:spcAft>
                <a:spcPts val="0"/>
              </a:spcAft>
              <a:buClr>
                <a:schemeClr val="accent2"/>
              </a:buClr>
              <a:buSzPts val="880"/>
              <a:buFont typeface="Noto Sans Symbols"/>
              <a:buNone/>
              <a:defRPr b="1" i="0" sz="1600" u="none" cap="none" strike="noStrike">
                <a:solidFill>
                  <a:schemeClr val="dk1"/>
                </a:solidFill>
                <a:latin typeface="Tahoma"/>
                <a:ea typeface="Tahoma"/>
                <a:cs typeface="Tahoma"/>
                <a:sym typeface="Tahoma"/>
              </a:defRPr>
            </a:lvl4pPr>
            <a:lvl5pPr indent="-228600" lvl="4" marL="2286000" marR="0" rtl="0" algn="l">
              <a:spcBef>
                <a:spcPts val="320"/>
              </a:spcBef>
              <a:spcAft>
                <a:spcPts val="0"/>
              </a:spcAft>
              <a:buClr>
                <a:schemeClr val="accent1"/>
              </a:buClr>
              <a:buSzPts val="800"/>
              <a:buFont typeface="Noto Sans Symbols"/>
              <a:buNone/>
              <a:defRPr b="1" i="0" sz="1600" u="none" cap="none" strike="noStrike">
                <a:solidFill>
                  <a:schemeClr val="dk1"/>
                </a:solidFill>
                <a:latin typeface="Tahoma"/>
                <a:ea typeface="Tahoma"/>
                <a:cs typeface="Tahoma"/>
                <a:sym typeface="Tahoma"/>
              </a:defRPr>
            </a:lvl5pPr>
            <a:lvl6pPr indent="-228600" lvl="5" marL="2743200" marR="0" rtl="0" algn="l">
              <a:spcBef>
                <a:spcPts val="320"/>
              </a:spcBef>
              <a:spcAft>
                <a:spcPts val="0"/>
              </a:spcAft>
              <a:buClr>
                <a:schemeClr val="accent1"/>
              </a:buClr>
              <a:buSzPts val="800"/>
              <a:buFont typeface="Noto Sans Symbols"/>
              <a:buNone/>
              <a:defRPr b="1" i="0" sz="1600" u="none" cap="none" strike="noStrike">
                <a:solidFill>
                  <a:schemeClr val="dk1"/>
                </a:solidFill>
                <a:latin typeface="Tahoma"/>
                <a:ea typeface="Tahoma"/>
                <a:cs typeface="Tahoma"/>
                <a:sym typeface="Tahoma"/>
              </a:defRPr>
            </a:lvl6pPr>
            <a:lvl7pPr indent="-228600" lvl="6" marL="3200400" marR="0" rtl="0" algn="l">
              <a:spcBef>
                <a:spcPts val="320"/>
              </a:spcBef>
              <a:spcAft>
                <a:spcPts val="0"/>
              </a:spcAft>
              <a:buClr>
                <a:schemeClr val="accent1"/>
              </a:buClr>
              <a:buSzPts val="800"/>
              <a:buFont typeface="Noto Sans Symbols"/>
              <a:buNone/>
              <a:defRPr b="1" i="0" sz="1600" u="none" cap="none" strike="noStrike">
                <a:solidFill>
                  <a:schemeClr val="dk1"/>
                </a:solidFill>
                <a:latin typeface="Tahoma"/>
                <a:ea typeface="Tahoma"/>
                <a:cs typeface="Tahoma"/>
                <a:sym typeface="Tahoma"/>
              </a:defRPr>
            </a:lvl7pPr>
            <a:lvl8pPr indent="-228600" lvl="7" marL="3657600" marR="0" rtl="0" algn="l">
              <a:spcBef>
                <a:spcPts val="320"/>
              </a:spcBef>
              <a:spcAft>
                <a:spcPts val="0"/>
              </a:spcAft>
              <a:buClr>
                <a:schemeClr val="accent1"/>
              </a:buClr>
              <a:buSzPts val="800"/>
              <a:buFont typeface="Noto Sans Symbols"/>
              <a:buNone/>
              <a:defRPr b="1" i="0" sz="1600" u="none" cap="none" strike="noStrike">
                <a:solidFill>
                  <a:schemeClr val="dk1"/>
                </a:solidFill>
                <a:latin typeface="Tahoma"/>
                <a:ea typeface="Tahoma"/>
                <a:cs typeface="Tahoma"/>
                <a:sym typeface="Tahoma"/>
              </a:defRPr>
            </a:lvl8pPr>
            <a:lvl9pPr indent="-228600" lvl="8" marL="4114800" marR="0" rtl="0" algn="l">
              <a:spcBef>
                <a:spcPts val="320"/>
              </a:spcBef>
              <a:spcAft>
                <a:spcPts val="0"/>
              </a:spcAft>
              <a:buClr>
                <a:schemeClr val="accent1"/>
              </a:buClr>
              <a:buSzPts val="800"/>
              <a:buFont typeface="Noto Sans Symbols"/>
              <a:buNone/>
              <a:defRPr b="1" i="0" sz="1600" u="none" cap="none" strike="noStrike">
                <a:solidFill>
                  <a:schemeClr val="dk1"/>
                </a:solidFill>
                <a:latin typeface="Tahoma"/>
                <a:ea typeface="Tahoma"/>
                <a:cs typeface="Tahoma"/>
                <a:sym typeface="Tahoma"/>
              </a:defRPr>
            </a:lvl9pPr>
          </a:lstStyle>
          <a:p/>
        </p:txBody>
      </p:sp>
      <p:sp>
        <p:nvSpPr>
          <p:cNvPr id="44" name="Google Shape;44;p44"/>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Autofit/>
          </a:bodyPr>
          <a:lstStyle>
            <a:lvl1pPr indent="-320040" lvl="0" marL="457200" marR="0" rtl="0" algn="l">
              <a:spcBef>
                <a:spcPts val="480"/>
              </a:spcBef>
              <a:spcAft>
                <a:spcPts val="0"/>
              </a:spcAft>
              <a:buClr>
                <a:schemeClr val="folHlink"/>
              </a:buClr>
              <a:buSzPts val="1440"/>
              <a:buFont typeface="Noto Sans Symbols"/>
              <a:buChar char="■"/>
              <a:defRPr sz="2400">
                <a:solidFill>
                  <a:schemeClr val="dk1"/>
                </a:solidFill>
                <a:latin typeface="Tahoma"/>
                <a:ea typeface="Tahoma"/>
                <a:cs typeface="Tahoma"/>
                <a:sym typeface="Tahoma"/>
              </a:defRPr>
            </a:lvl1pPr>
            <a:lvl2pPr indent="-298450" lvl="1" marL="914400" marR="0" rtl="0" algn="l">
              <a:spcBef>
                <a:spcPts val="400"/>
              </a:spcBef>
              <a:spcAft>
                <a:spcPts val="0"/>
              </a:spcAft>
              <a:buClr>
                <a:schemeClr val="hlink"/>
              </a:buClr>
              <a:buSzPts val="1100"/>
              <a:buFont typeface="Noto Sans Symbols"/>
              <a:buChar char="■"/>
              <a:defRPr b="0" i="0" sz="2000" u="none" cap="none" strike="noStrike">
                <a:solidFill>
                  <a:schemeClr val="dk1"/>
                </a:solidFill>
                <a:latin typeface="Tahoma"/>
                <a:ea typeface="Tahoma"/>
                <a:cs typeface="Tahoma"/>
                <a:sym typeface="Tahoma"/>
              </a:defRPr>
            </a:lvl2pPr>
            <a:lvl3pPr indent="-285750" lvl="2" marL="1371600" marR="0" rtl="0" algn="l">
              <a:spcBef>
                <a:spcPts val="360"/>
              </a:spcBef>
              <a:spcAft>
                <a:spcPts val="0"/>
              </a:spcAft>
              <a:buClr>
                <a:schemeClr val="folHlink"/>
              </a:buClr>
              <a:buSzPts val="900"/>
              <a:buFont typeface="Noto Sans Symbols"/>
              <a:buChar char="■"/>
              <a:defRPr b="0" i="0" sz="1800" u="none" cap="none" strike="noStrike">
                <a:solidFill>
                  <a:schemeClr val="dk1"/>
                </a:solidFill>
                <a:latin typeface="Tahoma"/>
                <a:ea typeface="Tahoma"/>
                <a:cs typeface="Tahoma"/>
                <a:sym typeface="Tahoma"/>
              </a:defRPr>
            </a:lvl3pPr>
            <a:lvl4pPr indent="-284480" lvl="3" marL="1828800" marR="0" rtl="0" algn="l">
              <a:spcBef>
                <a:spcPts val="320"/>
              </a:spcBef>
              <a:spcAft>
                <a:spcPts val="0"/>
              </a:spcAft>
              <a:buClr>
                <a:schemeClr val="accent2"/>
              </a:buClr>
              <a:buSzPts val="880"/>
              <a:buFont typeface="Noto Sans Symbols"/>
              <a:buChar char="■"/>
              <a:defRPr b="0" i="0" sz="1600" u="none" cap="none" strike="noStrike">
                <a:solidFill>
                  <a:schemeClr val="dk1"/>
                </a:solidFill>
                <a:latin typeface="Tahoma"/>
                <a:ea typeface="Tahoma"/>
                <a:cs typeface="Tahoma"/>
                <a:sym typeface="Tahoma"/>
              </a:defRPr>
            </a:lvl4pPr>
            <a:lvl5pPr indent="-279400" lvl="4" marL="2286000" marR="0" rtl="0" algn="l">
              <a:spcBef>
                <a:spcPts val="320"/>
              </a:spcBef>
              <a:spcAft>
                <a:spcPts val="0"/>
              </a:spcAft>
              <a:buClr>
                <a:schemeClr val="accent1"/>
              </a:buClr>
              <a:buSzPts val="800"/>
              <a:buFont typeface="Noto Sans Symbols"/>
              <a:buChar char="■"/>
              <a:defRPr b="0" i="0" sz="1600" u="none" cap="none" strike="noStrike">
                <a:solidFill>
                  <a:schemeClr val="dk1"/>
                </a:solidFill>
                <a:latin typeface="Tahoma"/>
                <a:ea typeface="Tahoma"/>
                <a:cs typeface="Tahoma"/>
                <a:sym typeface="Tahoma"/>
              </a:defRPr>
            </a:lvl5pPr>
            <a:lvl6pPr indent="-279400" lvl="5" marL="2743200" marR="0" rtl="0" algn="l">
              <a:spcBef>
                <a:spcPts val="320"/>
              </a:spcBef>
              <a:spcAft>
                <a:spcPts val="0"/>
              </a:spcAft>
              <a:buClr>
                <a:schemeClr val="accent1"/>
              </a:buClr>
              <a:buSzPts val="800"/>
              <a:buFont typeface="Noto Sans Symbols"/>
              <a:buChar char="■"/>
              <a:defRPr b="0" i="0" sz="1600" u="none" cap="none" strike="noStrike">
                <a:solidFill>
                  <a:schemeClr val="dk1"/>
                </a:solidFill>
                <a:latin typeface="Tahoma"/>
                <a:ea typeface="Tahoma"/>
                <a:cs typeface="Tahoma"/>
                <a:sym typeface="Tahoma"/>
              </a:defRPr>
            </a:lvl6pPr>
            <a:lvl7pPr indent="-279400" lvl="6" marL="3200400" marR="0" rtl="0" algn="l">
              <a:spcBef>
                <a:spcPts val="320"/>
              </a:spcBef>
              <a:spcAft>
                <a:spcPts val="0"/>
              </a:spcAft>
              <a:buClr>
                <a:schemeClr val="accent1"/>
              </a:buClr>
              <a:buSzPts val="800"/>
              <a:buFont typeface="Noto Sans Symbols"/>
              <a:buChar char="■"/>
              <a:defRPr b="0" i="0" sz="1600" u="none" cap="none" strike="noStrike">
                <a:solidFill>
                  <a:schemeClr val="dk1"/>
                </a:solidFill>
                <a:latin typeface="Tahoma"/>
                <a:ea typeface="Tahoma"/>
                <a:cs typeface="Tahoma"/>
                <a:sym typeface="Tahoma"/>
              </a:defRPr>
            </a:lvl7pPr>
            <a:lvl8pPr indent="-279400" lvl="7" marL="3657600" marR="0" rtl="0" algn="l">
              <a:spcBef>
                <a:spcPts val="320"/>
              </a:spcBef>
              <a:spcAft>
                <a:spcPts val="0"/>
              </a:spcAft>
              <a:buClr>
                <a:schemeClr val="accent1"/>
              </a:buClr>
              <a:buSzPts val="800"/>
              <a:buFont typeface="Noto Sans Symbols"/>
              <a:buChar char="■"/>
              <a:defRPr b="0" i="0" sz="1600" u="none" cap="none" strike="noStrike">
                <a:solidFill>
                  <a:schemeClr val="dk1"/>
                </a:solidFill>
                <a:latin typeface="Tahoma"/>
                <a:ea typeface="Tahoma"/>
                <a:cs typeface="Tahoma"/>
                <a:sym typeface="Tahoma"/>
              </a:defRPr>
            </a:lvl8pPr>
            <a:lvl9pPr indent="-279400" lvl="8" marL="4114800" marR="0" rtl="0" algn="l">
              <a:spcBef>
                <a:spcPts val="320"/>
              </a:spcBef>
              <a:spcAft>
                <a:spcPts val="0"/>
              </a:spcAft>
              <a:buClr>
                <a:schemeClr val="accent1"/>
              </a:buClr>
              <a:buSzPts val="800"/>
              <a:buFont typeface="Noto Sans Symbols"/>
              <a:buChar char="■"/>
              <a:defRPr b="0" i="0" sz="1600" u="none" cap="none" strike="noStrike">
                <a:solidFill>
                  <a:schemeClr val="dk1"/>
                </a:solidFill>
                <a:latin typeface="Tahoma"/>
                <a:ea typeface="Tahoma"/>
                <a:cs typeface="Tahoma"/>
                <a:sym typeface="Tahoma"/>
              </a:defRPr>
            </a:lvl9pPr>
          </a:lstStyle>
          <a:p/>
        </p:txBody>
      </p:sp>
      <p:sp>
        <p:nvSpPr>
          <p:cNvPr id="45" name="Google Shape;45;p44"/>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Autofit/>
          </a:bodyPr>
          <a:lstStyle>
            <a:lvl1pPr indent="-228600" lvl="0" marL="457200" marR="0" rtl="0" algn="l">
              <a:spcBef>
                <a:spcPts val="480"/>
              </a:spcBef>
              <a:spcAft>
                <a:spcPts val="0"/>
              </a:spcAft>
              <a:buClr>
                <a:schemeClr val="folHlink"/>
              </a:buClr>
              <a:buSzPts val="1440"/>
              <a:buFont typeface="Noto Sans Symbols"/>
              <a:buNone/>
              <a:defRPr b="1" sz="2400">
                <a:solidFill>
                  <a:schemeClr val="dk1"/>
                </a:solidFill>
                <a:latin typeface="Tahoma"/>
                <a:ea typeface="Tahoma"/>
                <a:cs typeface="Tahoma"/>
                <a:sym typeface="Tahoma"/>
              </a:defRPr>
            </a:lvl1pPr>
            <a:lvl2pPr indent="-228600" lvl="1" marL="914400" marR="0" rtl="0" algn="l">
              <a:spcBef>
                <a:spcPts val="400"/>
              </a:spcBef>
              <a:spcAft>
                <a:spcPts val="0"/>
              </a:spcAft>
              <a:buClr>
                <a:schemeClr val="hlink"/>
              </a:buClr>
              <a:buSzPts val="1100"/>
              <a:buFont typeface="Noto Sans Symbols"/>
              <a:buNone/>
              <a:defRPr b="1" i="0" sz="2000" u="none" cap="none" strike="noStrike">
                <a:solidFill>
                  <a:schemeClr val="dk1"/>
                </a:solidFill>
                <a:latin typeface="Tahoma"/>
                <a:ea typeface="Tahoma"/>
                <a:cs typeface="Tahoma"/>
                <a:sym typeface="Tahoma"/>
              </a:defRPr>
            </a:lvl2pPr>
            <a:lvl3pPr indent="-228600" lvl="2" marL="1371600" marR="0" rtl="0" algn="l">
              <a:spcBef>
                <a:spcPts val="360"/>
              </a:spcBef>
              <a:spcAft>
                <a:spcPts val="0"/>
              </a:spcAft>
              <a:buClr>
                <a:schemeClr val="folHlink"/>
              </a:buClr>
              <a:buSzPts val="900"/>
              <a:buFont typeface="Noto Sans Symbols"/>
              <a:buNone/>
              <a:defRPr b="1" i="0" sz="1800" u="none" cap="none" strike="noStrike">
                <a:solidFill>
                  <a:schemeClr val="dk1"/>
                </a:solidFill>
                <a:latin typeface="Tahoma"/>
                <a:ea typeface="Tahoma"/>
                <a:cs typeface="Tahoma"/>
                <a:sym typeface="Tahoma"/>
              </a:defRPr>
            </a:lvl3pPr>
            <a:lvl4pPr indent="-228600" lvl="3" marL="1828800" marR="0" rtl="0" algn="l">
              <a:spcBef>
                <a:spcPts val="320"/>
              </a:spcBef>
              <a:spcAft>
                <a:spcPts val="0"/>
              </a:spcAft>
              <a:buClr>
                <a:schemeClr val="accent2"/>
              </a:buClr>
              <a:buSzPts val="880"/>
              <a:buFont typeface="Noto Sans Symbols"/>
              <a:buNone/>
              <a:defRPr b="1" i="0" sz="1600" u="none" cap="none" strike="noStrike">
                <a:solidFill>
                  <a:schemeClr val="dk1"/>
                </a:solidFill>
                <a:latin typeface="Tahoma"/>
                <a:ea typeface="Tahoma"/>
                <a:cs typeface="Tahoma"/>
                <a:sym typeface="Tahoma"/>
              </a:defRPr>
            </a:lvl4pPr>
            <a:lvl5pPr indent="-228600" lvl="4" marL="2286000" marR="0" rtl="0" algn="l">
              <a:spcBef>
                <a:spcPts val="320"/>
              </a:spcBef>
              <a:spcAft>
                <a:spcPts val="0"/>
              </a:spcAft>
              <a:buClr>
                <a:schemeClr val="accent1"/>
              </a:buClr>
              <a:buSzPts val="800"/>
              <a:buFont typeface="Noto Sans Symbols"/>
              <a:buNone/>
              <a:defRPr b="1" i="0" sz="1600" u="none" cap="none" strike="noStrike">
                <a:solidFill>
                  <a:schemeClr val="dk1"/>
                </a:solidFill>
                <a:latin typeface="Tahoma"/>
                <a:ea typeface="Tahoma"/>
                <a:cs typeface="Tahoma"/>
                <a:sym typeface="Tahoma"/>
              </a:defRPr>
            </a:lvl5pPr>
            <a:lvl6pPr indent="-228600" lvl="5" marL="2743200" marR="0" rtl="0" algn="l">
              <a:spcBef>
                <a:spcPts val="320"/>
              </a:spcBef>
              <a:spcAft>
                <a:spcPts val="0"/>
              </a:spcAft>
              <a:buClr>
                <a:schemeClr val="accent1"/>
              </a:buClr>
              <a:buSzPts val="800"/>
              <a:buFont typeface="Noto Sans Symbols"/>
              <a:buNone/>
              <a:defRPr b="1" i="0" sz="1600" u="none" cap="none" strike="noStrike">
                <a:solidFill>
                  <a:schemeClr val="dk1"/>
                </a:solidFill>
                <a:latin typeface="Tahoma"/>
                <a:ea typeface="Tahoma"/>
                <a:cs typeface="Tahoma"/>
                <a:sym typeface="Tahoma"/>
              </a:defRPr>
            </a:lvl6pPr>
            <a:lvl7pPr indent="-228600" lvl="6" marL="3200400" marR="0" rtl="0" algn="l">
              <a:spcBef>
                <a:spcPts val="320"/>
              </a:spcBef>
              <a:spcAft>
                <a:spcPts val="0"/>
              </a:spcAft>
              <a:buClr>
                <a:schemeClr val="accent1"/>
              </a:buClr>
              <a:buSzPts val="800"/>
              <a:buFont typeface="Noto Sans Symbols"/>
              <a:buNone/>
              <a:defRPr b="1" i="0" sz="1600" u="none" cap="none" strike="noStrike">
                <a:solidFill>
                  <a:schemeClr val="dk1"/>
                </a:solidFill>
                <a:latin typeface="Tahoma"/>
                <a:ea typeface="Tahoma"/>
                <a:cs typeface="Tahoma"/>
                <a:sym typeface="Tahoma"/>
              </a:defRPr>
            </a:lvl7pPr>
            <a:lvl8pPr indent="-228600" lvl="7" marL="3657600" marR="0" rtl="0" algn="l">
              <a:spcBef>
                <a:spcPts val="320"/>
              </a:spcBef>
              <a:spcAft>
                <a:spcPts val="0"/>
              </a:spcAft>
              <a:buClr>
                <a:schemeClr val="accent1"/>
              </a:buClr>
              <a:buSzPts val="800"/>
              <a:buFont typeface="Noto Sans Symbols"/>
              <a:buNone/>
              <a:defRPr b="1" i="0" sz="1600" u="none" cap="none" strike="noStrike">
                <a:solidFill>
                  <a:schemeClr val="dk1"/>
                </a:solidFill>
                <a:latin typeface="Tahoma"/>
                <a:ea typeface="Tahoma"/>
                <a:cs typeface="Tahoma"/>
                <a:sym typeface="Tahoma"/>
              </a:defRPr>
            </a:lvl8pPr>
            <a:lvl9pPr indent="-228600" lvl="8" marL="4114800" marR="0" rtl="0" algn="l">
              <a:spcBef>
                <a:spcPts val="320"/>
              </a:spcBef>
              <a:spcAft>
                <a:spcPts val="0"/>
              </a:spcAft>
              <a:buClr>
                <a:schemeClr val="accent1"/>
              </a:buClr>
              <a:buSzPts val="800"/>
              <a:buFont typeface="Noto Sans Symbols"/>
              <a:buNone/>
              <a:defRPr b="1" i="0" sz="1600" u="none" cap="none" strike="noStrike">
                <a:solidFill>
                  <a:schemeClr val="dk1"/>
                </a:solidFill>
                <a:latin typeface="Tahoma"/>
                <a:ea typeface="Tahoma"/>
                <a:cs typeface="Tahoma"/>
                <a:sym typeface="Tahoma"/>
              </a:defRPr>
            </a:lvl9pPr>
          </a:lstStyle>
          <a:p/>
        </p:txBody>
      </p:sp>
      <p:sp>
        <p:nvSpPr>
          <p:cNvPr id="46" name="Google Shape;46;p44"/>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Autofit/>
          </a:bodyPr>
          <a:lstStyle>
            <a:lvl1pPr indent="-320040" lvl="0" marL="457200" marR="0" rtl="0" algn="l">
              <a:spcBef>
                <a:spcPts val="480"/>
              </a:spcBef>
              <a:spcAft>
                <a:spcPts val="0"/>
              </a:spcAft>
              <a:buClr>
                <a:schemeClr val="folHlink"/>
              </a:buClr>
              <a:buSzPts val="1440"/>
              <a:buFont typeface="Noto Sans Symbols"/>
              <a:buChar char="■"/>
              <a:defRPr sz="2400">
                <a:solidFill>
                  <a:schemeClr val="dk1"/>
                </a:solidFill>
                <a:latin typeface="Tahoma"/>
                <a:ea typeface="Tahoma"/>
                <a:cs typeface="Tahoma"/>
                <a:sym typeface="Tahoma"/>
              </a:defRPr>
            </a:lvl1pPr>
            <a:lvl2pPr indent="-298450" lvl="1" marL="914400" marR="0" rtl="0" algn="l">
              <a:spcBef>
                <a:spcPts val="400"/>
              </a:spcBef>
              <a:spcAft>
                <a:spcPts val="0"/>
              </a:spcAft>
              <a:buClr>
                <a:schemeClr val="hlink"/>
              </a:buClr>
              <a:buSzPts val="1100"/>
              <a:buFont typeface="Noto Sans Symbols"/>
              <a:buChar char="■"/>
              <a:defRPr b="0" i="0" sz="2000" u="none" cap="none" strike="noStrike">
                <a:solidFill>
                  <a:schemeClr val="dk1"/>
                </a:solidFill>
                <a:latin typeface="Tahoma"/>
                <a:ea typeface="Tahoma"/>
                <a:cs typeface="Tahoma"/>
                <a:sym typeface="Tahoma"/>
              </a:defRPr>
            </a:lvl2pPr>
            <a:lvl3pPr indent="-285750" lvl="2" marL="1371600" marR="0" rtl="0" algn="l">
              <a:spcBef>
                <a:spcPts val="360"/>
              </a:spcBef>
              <a:spcAft>
                <a:spcPts val="0"/>
              </a:spcAft>
              <a:buClr>
                <a:schemeClr val="folHlink"/>
              </a:buClr>
              <a:buSzPts val="900"/>
              <a:buFont typeface="Noto Sans Symbols"/>
              <a:buChar char="■"/>
              <a:defRPr b="0" i="0" sz="1800" u="none" cap="none" strike="noStrike">
                <a:solidFill>
                  <a:schemeClr val="dk1"/>
                </a:solidFill>
                <a:latin typeface="Tahoma"/>
                <a:ea typeface="Tahoma"/>
                <a:cs typeface="Tahoma"/>
                <a:sym typeface="Tahoma"/>
              </a:defRPr>
            </a:lvl3pPr>
            <a:lvl4pPr indent="-284480" lvl="3" marL="1828800" marR="0" rtl="0" algn="l">
              <a:spcBef>
                <a:spcPts val="320"/>
              </a:spcBef>
              <a:spcAft>
                <a:spcPts val="0"/>
              </a:spcAft>
              <a:buClr>
                <a:schemeClr val="accent2"/>
              </a:buClr>
              <a:buSzPts val="880"/>
              <a:buFont typeface="Noto Sans Symbols"/>
              <a:buChar char="■"/>
              <a:defRPr b="0" i="0" sz="1600" u="none" cap="none" strike="noStrike">
                <a:solidFill>
                  <a:schemeClr val="dk1"/>
                </a:solidFill>
                <a:latin typeface="Tahoma"/>
                <a:ea typeface="Tahoma"/>
                <a:cs typeface="Tahoma"/>
                <a:sym typeface="Tahoma"/>
              </a:defRPr>
            </a:lvl4pPr>
            <a:lvl5pPr indent="-279400" lvl="4" marL="2286000" marR="0" rtl="0" algn="l">
              <a:spcBef>
                <a:spcPts val="320"/>
              </a:spcBef>
              <a:spcAft>
                <a:spcPts val="0"/>
              </a:spcAft>
              <a:buClr>
                <a:schemeClr val="accent1"/>
              </a:buClr>
              <a:buSzPts val="800"/>
              <a:buFont typeface="Noto Sans Symbols"/>
              <a:buChar char="■"/>
              <a:defRPr b="0" i="0" sz="1600" u="none" cap="none" strike="noStrike">
                <a:solidFill>
                  <a:schemeClr val="dk1"/>
                </a:solidFill>
                <a:latin typeface="Tahoma"/>
                <a:ea typeface="Tahoma"/>
                <a:cs typeface="Tahoma"/>
                <a:sym typeface="Tahoma"/>
              </a:defRPr>
            </a:lvl5pPr>
            <a:lvl6pPr indent="-279400" lvl="5" marL="2743200" marR="0" rtl="0" algn="l">
              <a:spcBef>
                <a:spcPts val="320"/>
              </a:spcBef>
              <a:spcAft>
                <a:spcPts val="0"/>
              </a:spcAft>
              <a:buClr>
                <a:schemeClr val="accent1"/>
              </a:buClr>
              <a:buSzPts val="800"/>
              <a:buFont typeface="Noto Sans Symbols"/>
              <a:buChar char="■"/>
              <a:defRPr b="0" i="0" sz="1600" u="none" cap="none" strike="noStrike">
                <a:solidFill>
                  <a:schemeClr val="dk1"/>
                </a:solidFill>
                <a:latin typeface="Tahoma"/>
                <a:ea typeface="Tahoma"/>
                <a:cs typeface="Tahoma"/>
                <a:sym typeface="Tahoma"/>
              </a:defRPr>
            </a:lvl6pPr>
            <a:lvl7pPr indent="-279400" lvl="6" marL="3200400" marR="0" rtl="0" algn="l">
              <a:spcBef>
                <a:spcPts val="320"/>
              </a:spcBef>
              <a:spcAft>
                <a:spcPts val="0"/>
              </a:spcAft>
              <a:buClr>
                <a:schemeClr val="accent1"/>
              </a:buClr>
              <a:buSzPts val="800"/>
              <a:buFont typeface="Noto Sans Symbols"/>
              <a:buChar char="■"/>
              <a:defRPr b="0" i="0" sz="1600" u="none" cap="none" strike="noStrike">
                <a:solidFill>
                  <a:schemeClr val="dk1"/>
                </a:solidFill>
                <a:latin typeface="Tahoma"/>
                <a:ea typeface="Tahoma"/>
                <a:cs typeface="Tahoma"/>
                <a:sym typeface="Tahoma"/>
              </a:defRPr>
            </a:lvl7pPr>
            <a:lvl8pPr indent="-279400" lvl="7" marL="3657600" marR="0" rtl="0" algn="l">
              <a:spcBef>
                <a:spcPts val="320"/>
              </a:spcBef>
              <a:spcAft>
                <a:spcPts val="0"/>
              </a:spcAft>
              <a:buClr>
                <a:schemeClr val="accent1"/>
              </a:buClr>
              <a:buSzPts val="800"/>
              <a:buFont typeface="Noto Sans Symbols"/>
              <a:buChar char="■"/>
              <a:defRPr b="0" i="0" sz="1600" u="none" cap="none" strike="noStrike">
                <a:solidFill>
                  <a:schemeClr val="dk1"/>
                </a:solidFill>
                <a:latin typeface="Tahoma"/>
                <a:ea typeface="Tahoma"/>
                <a:cs typeface="Tahoma"/>
                <a:sym typeface="Tahoma"/>
              </a:defRPr>
            </a:lvl8pPr>
            <a:lvl9pPr indent="-279400" lvl="8" marL="4114800" marR="0" rtl="0" algn="l">
              <a:spcBef>
                <a:spcPts val="320"/>
              </a:spcBef>
              <a:spcAft>
                <a:spcPts val="0"/>
              </a:spcAft>
              <a:buClr>
                <a:schemeClr val="accent1"/>
              </a:buClr>
              <a:buSzPts val="800"/>
              <a:buFont typeface="Noto Sans Symbols"/>
              <a:buChar char="■"/>
              <a:defRPr b="0" i="0" sz="1600" u="none" cap="none" strike="noStrike">
                <a:solidFill>
                  <a:schemeClr val="dk1"/>
                </a:solidFill>
                <a:latin typeface="Tahoma"/>
                <a:ea typeface="Tahoma"/>
                <a:cs typeface="Tahoma"/>
                <a:sym typeface="Tahoma"/>
              </a:defRPr>
            </a:lvl9pPr>
          </a:lstStyle>
          <a:p/>
        </p:txBody>
      </p:sp>
      <p:sp>
        <p:nvSpPr>
          <p:cNvPr id="47" name="Google Shape;47;p44"/>
          <p:cNvSpPr txBox="1"/>
          <p:nvPr>
            <p:ph idx="12" type="sldNum"/>
          </p:nvPr>
        </p:nvSpPr>
        <p:spPr>
          <a:xfrm>
            <a:off x="0" y="6400800"/>
            <a:ext cx="1905000" cy="457200"/>
          </a:xfrm>
          <a:prstGeom prst="rect">
            <a:avLst/>
          </a:prstGeom>
          <a:noFill/>
          <a:ln>
            <a:noFill/>
          </a:ln>
        </p:spPr>
        <p:txBody>
          <a:bodyPr anchorCtr="0" anchor="b" bIns="45700" lIns="91425" spcFirstLastPara="1" rIns="91425" wrap="square" tIns="45700">
            <a:noAutofit/>
          </a:bodyPr>
          <a:lstStyle>
            <a:lvl1pPr indent="0" lvl="0" marL="0" marR="0" algn="l">
              <a:lnSpc>
                <a:spcPct val="100000"/>
              </a:lnSpc>
              <a:spcBef>
                <a:spcPts val="0"/>
              </a:spcBef>
              <a:spcAft>
                <a:spcPts val="0"/>
              </a:spcAft>
              <a:buClr>
                <a:schemeClr val="dk1"/>
              </a:buClr>
              <a:buSzPts val="2000"/>
              <a:buFont typeface="Arial"/>
              <a:buNone/>
              <a:defRPr b="1" i="0" sz="2000" u="none">
                <a:solidFill>
                  <a:schemeClr val="dk1"/>
                </a:solidFill>
                <a:latin typeface="Arial"/>
                <a:ea typeface="Arial"/>
                <a:cs typeface="Arial"/>
                <a:sym typeface="Arial"/>
              </a:defRPr>
            </a:lvl1pPr>
            <a:lvl2pPr indent="0" lvl="1" marL="0" marR="0" algn="l">
              <a:lnSpc>
                <a:spcPct val="100000"/>
              </a:lnSpc>
              <a:spcBef>
                <a:spcPts val="0"/>
              </a:spcBef>
              <a:spcAft>
                <a:spcPts val="0"/>
              </a:spcAft>
              <a:buClr>
                <a:schemeClr val="dk1"/>
              </a:buClr>
              <a:buSzPts val="2000"/>
              <a:buFont typeface="Arial"/>
              <a:buNone/>
              <a:defRPr b="1" i="0" sz="2000" u="none">
                <a:solidFill>
                  <a:schemeClr val="dk1"/>
                </a:solidFill>
                <a:latin typeface="Arial"/>
                <a:ea typeface="Arial"/>
                <a:cs typeface="Arial"/>
                <a:sym typeface="Arial"/>
              </a:defRPr>
            </a:lvl2pPr>
            <a:lvl3pPr indent="0" lvl="2" marL="0" marR="0" algn="l">
              <a:lnSpc>
                <a:spcPct val="100000"/>
              </a:lnSpc>
              <a:spcBef>
                <a:spcPts val="0"/>
              </a:spcBef>
              <a:spcAft>
                <a:spcPts val="0"/>
              </a:spcAft>
              <a:buClr>
                <a:schemeClr val="dk1"/>
              </a:buClr>
              <a:buSzPts val="2000"/>
              <a:buFont typeface="Arial"/>
              <a:buNone/>
              <a:defRPr b="1" i="0" sz="2000" u="none">
                <a:solidFill>
                  <a:schemeClr val="dk1"/>
                </a:solidFill>
                <a:latin typeface="Arial"/>
                <a:ea typeface="Arial"/>
                <a:cs typeface="Arial"/>
                <a:sym typeface="Arial"/>
              </a:defRPr>
            </a:lvl3pPr>
            <a:lvl4pPr indent="0" lvl="3" marL="0" marR="0" algn="l">
              <a:lnSpc>
                <a:spcPct val="100000"/>
              </a:lnSpc>
              <a:spcBef>
                <a:spcPts val="0"/>
              </a:spcBef>
              <a:spcAft>
                <a:spcPts val="0"/>
              </a:spcAft>
              <a:buClr>
                <a:schemeClr val="dk1"/>
              </a:buClr>
              <a:buSzPts val="2000"/>
              <a:buFont typeface="Arial"/>
              <a:buNone/>
              <a:defRPr b="1" i="0" sz="2000" u="none">
                <a:solidFill>
                  <a:schemeClr val="dk1"/>
                </a:solidFill>
                <a:latin typeface="Arial"/>
                <a:ea typeface="Arial"/>
                <a:cs typeface="Arial"/>
                <a:sym typeface="Arial"/>
              </a:defRPr>
            </a:lvl4pPr>
            <a:lvl5pPr indent="0" lvl="4" marL="0" marR="0" algn="l">
              <a:lnSpc>
                <a:spcPct val="100000"/>
              </a:lnSpc>
              <a:spcBef>
                <a:spcPts val="0"/>
              </a:spcBef>
              <a:spcAft>
                <a:spcPts val="0"/>
              </a:spcAft>
              <a:buClr>
                <a:schemeClr val="dk1"/>
              </a:buClr>
              <a:buSzPts val="2000"/>
              <a:buFont typeface="Arial"/>
              <a:buNone/>
              <a:defRPr b="1" i="0" sz="2000" u="none">
                <a:solidFill>
                  <a:schemeClr val="dk1"/>
                </a:solidFill>
                <a:latin typeface="Arial"/>
                <a:ea typeface="Arial"/>
                <a:cs typeface="Arial"/>
                <a:sym typeface="Arial"/>
              </a:defRPr>
            </a:lvl5pPr>
            <a:lvl6pPr indent="0" lvl="5" marL="0" marR="0" algn="l">
              <a:lnSpc>
                <a:spcPct val="100000"/>
              </a:lnSpc>
              <a:spcBef>
                <a:spcPts val="0"/>
              </a:spcBef>
              <a:spcAft>
                <a:spcPts val="0"/>
              </a:spcAft>
              <a:buClr>
                <a:schemeClr val="dk1"/>
              </a:buClr>
              <a:buSzPts val="2000"/>
              <a:buFont typeface="Arial"/>
              <a:buNone/>
              <a:defRPr b="1" i="0" sz="2000" u="none">
                <a:solidFill>
                  <a:schemeClr val="dk1"/>
                </a:solidFill>
                <a:latin typeface="Arial"/>
                <a:ea typeface="Arial"/>
                <a:cs typeface="Arial"/>
                <a:sym typeface="Arial"/>
              </a:defRPr>
            </a:lvl6pPr>
            <a:lvl7pPr indent="0" lvl="6" marL="0" marR="0" algn="l">
              <a:lnSpc>
                <a:spcPct val="100000"/>
              </a:lnSpc>
              <a:spcBef>
                <a:spcPts val="0"/>
              </a:spcBef>
              <a:spcAft>
                <a:spcPts val="0"/>
              </a:spcAft>
              <a:buClr>
                <a:schemeClr val="dk1"/>
              </a:buClr>
              <a:buSzPts val="2000"/>
              <a:buFont typeface="Arial"/>
              <a:buNone/>
              <a:defRPr b="1" i="0" sz="2000" u="none">
                <a:solidFill>
                  <a:schemeClr val="dk1"/>
                </a:solidFill>
                <a:latin typeface="Arial"/>
                <a:ea typeface="Arial"/>
                <a:cs typeface="Arial"/>
                <a:sym typeface="Arial"/>
              </a:defRPr>
            </a:lvl7pPr>
            <a:lvl8pPr indent="0" lvl="7" marL="0" marR="0" algn="l">
              <a:lnSpc>
                <a:spcPct val="100000"/>
              </a:lnSpc>
              <a:spcBef>
                <a:spcPts val="0"/>
              </a:spcBef>
              <a:spcAft>
                <a:spcPts val="0"/>
              </a:spcAft>
              <a:buClr>
                <a:schemeClr val="dk1"/>
              </a:buClr>
              <a:buSzPts val="2000"/>
              <a:buFont typeface="Arial"/>
              <a:buNone/>
              <a:defRPr b="1" i="0" sz="2000" u="none">
                <a:solidFill>
                  <a:schemeClr val="dk1"/>
                </a:solidFill>
                <a:latin typeface="Arial"/>
                <a:ea typeface="Arial"/>
                <a:cs typeface="Arial"/>
                <a:sym typeface="Arial"/>
              </a:defRPr>
            </a:lvl8pPr>
            <a:lvl9pPr indent="0" lvl="8" marL="0" marR="0" algn="l">
              <a:lnSpc>
                <a:spcPct val="100000"/>
              </a:lnSpc>
              <a:spcBef>
                <a:spcPts val="0"/>
              </a:spcBef>
              <a:spcAft>
                <a:spcPts val="0"/>
              </a:spcAft>
              <a:buClr>
                <a:schemeClr val="dk1"/>
              </a:buClr>
              <a:buSzPts val="2000"/>
              <a:buFont typeface="Arial"/>
              <a:buNone/>
              <a:defRPr b="1" i="0" sz="2000" u="none">
                <a:solidFill>
                  <a:schemeClr val="dk1"/>
                </a:solidFill>
                <a:latin typeface="Arial"/>
                <a:ea typeface="Arial"/>
                <a:cs typeface="Arial"/>
                <a:sym typeface="Arial"/>
              </a:defRPr>
            </a:lvl9pPr>
          </a:lstStyle>
          <a:p>
            <a:pPr indent="0" lvl="0" marL="0" rtl="0" algn="l">
              <a:spcBef>
                <a:spcPts val="0"/>
              </a:spcBef>
              <a:spcAft>
                <a:spcPts val="0"/>
              </a:spcAft>
              <a:buNone/>
            </a:pPr>
            <a:r>
              <a:rPr lang="en-US"/>
              <a:t>3.</a:t>
            </a: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8" name="Shape 48"/>
        <p:cNvGrpSpPr/>
        <p:nvPr/>
      </p:nvGrpSpPr>
      <p:grpSpPr>
        <a:xfrm>
          <a:off x="0" y="0"/>
          <a:ext cx="0" cy="0"/>
          <a:chOff x="0" y="0"/>
          <a:chExt cx="0" cy="0"/>
        </a:xfrm>
      </p:grpSpPr>
      <p:sp>
        <p:nvSpPr>
          <p:cNvPr id="49" name="Google Shape;49;p45"/>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1pPr>
            <a:lvl2pPr lvl="1"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2pPr>
            <a:lvl3pPr lvl="2"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3pPr>
            <a:lvl4pPr lvl="3"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4pPr>
            <a:lvl5pPr lvl="4"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5pPr>
            <a:lvl6pPr lvl="5"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6pPr>
            <a:lvl7pPr lvl="6"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7pPr>
            <a:lvl8pPr lvl="7"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8pPr>
            <a:lvl9pPr lvl="8"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9pPr>
          </a:lstStyle>
          <a:p/>
        </p:txBody>
      </p:sp>
      <p:sp>
        <p:nvSpPr>
          <p:cNvPr id="50" name="Google Shape;50;p45"/>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Autofit/>
          </a:bodyPr>
          <a:lstStyle>
            <a:lvl1pPr indent="-335280" lvl="0" marL="457200" marR="0" rtl="0" algn="l">
              <a:spcBef>
                <a:spcPts val="560"/>
              </a:spcBef>
              <a:spcAft>
                <a:spcPts val="0"/>
              </a:spcAft>
              <a:buClr>
                <a:schemeClr val="folHlink"/>
              </a:buClr>
              <a:buSzPts val="1680"/>
              <a:buFont typeface="Noto Sans Symbols"/>
              <a:buChar char="■"/>
              <a:defRPr sz="2800">
                <a:solidFill>
                  <a:schemeClr val="dk1"/>
                </a:solidFill>
                <a:latin typeface="Tahoma"/>
                <a:ea typeface="Tahoma"/>
                <a:cs typeface="Tahoma"/>
                <a:sym typeface="Tahoma"/>
              </a:defRPr>
            </a:lvl1pPr>
            <a:lvl2pPr indent="-312419" lvl="1" marL="914400" marR="0" rtl="0" algn="l">
              <a:spcBef>
                <a:spcPts val="480"/>
              </a:spcBef>
              <a:spcAft>
                <a:spcPts val="0"/>
              </a:spcAft>
              <a:buClr>
                <a:schemeClr val="hlink"/>
              </a:buClr>
              <a:buSzPts val="1320"/>
              <a:buFont typeface="Noto Sans Symbols"/>
              <a:buChar char="■"/>
              <a:defRPr b="0" i="0" sz="2400" u="none" cap="none" strike="noStrike">
                <a:solidFill>
                  <a:schemeClr val="dk1"/>
                </a:solidFill>
                <a:latin typeface="Tahoma"/>
                <a:ea typeface="Tahoma"/>
                <a:cs typeface="Tahoma"/>
                <a:sym typeface="Tahoma"/>
              </a:defRPr>
            </a:lvl2pPr>
            <a:lvl3pPr indent="-292100" lvl="2" marL="1371600" marR="0" rtl="0" algn="l">
              <a:spcBef>
                <a:spcPts val="400"/>
              </a:spcBef>
              <a:spcAft>
                <a:spcPts val="0"/>
              </a:spcAft>
              <a:buClr>
                <a:schemeClr val="folHlink"/>
              </a:buClr>
              <a:buSzPts val="1000"/>
              <a:buFont typeface="Noto Sans Symbols"/>
              <a:buChar char="■"/>
              <a:defRPr b="0" i="0" sz="2000" u="none" cap="none" strike="noStrike">
                <a:solidFill>
                  <a:schemeClr val="dk1"/>
                </a:solidFill>
                <a:latin typeface="Tahoma"/>
                <a:ea typeface="Tahoma"/>
                <a:cs typeface="Tahoma"/>
                <a:sym typeface="Tahoma"/>
              </a:defRPr>
            </a:lvl3pPr>
            <a:lvl4pPr indent="-291464" lvl="3" marL="1828800" marR="0" rtl="0" algn="l">
              <a:spcBef>
                <a:spcPts val="360"/>
              </a:spcBef>
              <a:spcAft>
                <a:spcPts val="0"/>
              </a:spcAft>
              <a:buClr>
                <a:schemeClr val="accent2"/>
              </a:buClr>
              <a:buSzPts val="990"/>
              <a:buFont typeface="Noto Sans Symbols"/>
              <a:buChar char="■"/>
              <a:defRPr b="0" i="0" sz="1800" u="none" cap="none" strike="noStrike">
                <a:solidFill>
                  <a:schemeClr val="dk1"/>
                </a:solidFill>
                <a:latin typeface="Tahoma"/>
                <a:ea typeface="Tahoma"/>
                <a:cs typeface="Tahoma"/>
                <a:sym typeface="Tahoma"/>
              </a:defRPr>
            </a:lvl4pPr>
            <a:lvl5pPr indent="-285750" lvl="4" marL="2286000" marR="0" rtl="0" algn="l">
              <a:spcBef>
                <a:spcPts val="360"/>
              </a:spcBef>
              <a:spcAft>
                <a:spcPts val="0"/>
              </a:spcAft>
              <a:buClr>
                <a:schemeClr val="accent1"/>
              </a:buClr>
              <a:buSzPts val="900"/>
              <a:buFont typeface="Noto Sans Symbols"/>
              <a:buChar char="■"/>
              <a:defRPr b="0" i="0" sz="1800" u="none" cap="none" strike="noStrike">
                <a:solidFill>
                  <a:schemeClr val="dk1"/>
                </a:solidFill>
                <a:latin typeface="Tahoma"/>
                <a:ea typeface="Tahoma"/>
                <a:cs typeface="Tahoma"/>
                <a:sym typeface="Tahoma"/>
              </a:defRPr>
            </a:lvl5pPr>
            <a:lvl6pPr indent="-285750" lvl="5" marL="2743200" marR="0" rtl="0" algn="l">
              <a:spcBef>
                <a:spcPts val="360"/>
              </a:spcBef>
              <a:spcAft>
                <a:spcPts val="0"/>
              </a:spcAft>
              <a:buClr>
                <a:schemeClr val="accent1"/>
              </a:buClr>
              <a:buSzPts val="900"/>
              <a:buFont typeface="Noto Sans Symbols"/>
              <a:buChar char="■"/>
              <a:defRPr b="0" i="0" sz="1800" u="none" cap="none" strike="noStrike">
                <a:solidFill>
                  <a:schemeClr val="dk1"/>
                </a:solidFill>
                <a:latin typeface="Tahoma"/>
                <a:ea typeface="Tahoma"/>
                <a:cs typeface="Tahoma"/>
                <a:sym typeface="Tahoma"/>
              </a:defRPr>
            </a:lvl6pPr>
            <a:lvl7pPr indent="-285750" lvl="6" marL="3200400" marR="0" rtl="0" algn="l">
              <a:spcBef>
                <a:spcPts val="360"/>
              </a:spcBef>
              <a:spcAft>
                <a:spcPts val="0"/>
              </a:spcAft>
              <a:buClr>
                <a:schemeClr val="accent1"/>
              </a:buClr>
              <a:buSzPts val="900"/>
              <a:buFont typeface="Noto Sans Symbols"/>
              <a:buChar char="■"/>
              <a:defRPr b="0" i="0" sz="1800" u="none" cap="none" strike="noStrike">
                <a:solidFill>
                  <a:schemeClr val="dk1"/>
                </a:solidFill>
                <a:latin typeface="Tahoma"/>
                <a:ea typeface="Tahoma"/>
                <a:cs typeface="Tahoma"/>
                <a:sym typeface="Tahoma"/>
              </a:defRPr>
            </a:lvl7pPr>
            <a:lvl8pPr indent="-285750" lvl="7" marL="3657600" marR="0" rtl="0" algn="l">
              <a:spcBef>
                <a:spcPts val="360"/>
              </a:spcBef>
              <a:spcAft>
                <a:spcPts val="0"/>
              </a:spcAft>
              <a:buClr>
                <a:schemeClr val="accent1"/>
              </a:buClr>
              <a:buSzPts val="900"/>
              <a:buFont typeface="Noto Sans Symbols"/>
              <a:buChar char="■"/>
              <a:defRPr b="0" i="0" sz="1800" u="none" cap="none" strike="noStrike">
                <a:solidFill>
                  <a:schemeClr val="dk1"/>
                </a:solidFill>
                <a:latin typeface="Tahoma"/>
                <a:ea typeface="Tahoma"/>
                <a:cs typeface="Tahoma"/>
                <a:sym typeface="Tahoma"/>
              </a:defRPr>
            </a:lvl8pPr>
            <a:lvl9pPr indent="-285750" lvl="8" marL="4114800" marR="0" rtl="0" algn="l">
              <a:spcBef>
                <a:spcPts val="360"/>
              </a:spcBef>
              <a:spcAft>
                <a:spcPts val="0"/>
              </a:spcAft>
              <a:buClr>
                <a:schemeClr val="accent1"/>
              </a:buClr>
              <a:buSzPts val="900"/>
              <a:buFont typeface="Noto Sans Symbols"/>
              <a:buChar char="■"/>
              <a:defRPr b="0" i="0" sz="1800" u="none" cap="none" strike="noStrike">
                <a:solidFill>
                  <a:schemeClr val="dk1"/>
                </a:solidFill>
                <a:latin typeface="Tahoma"/>
                <a:ea typeface="Tahoma"/>
                <a:cs typeface="Tahoma"/>
                <a:sym typeface="Tahoma"/>
              </a:defRPr>
            </a:lvl9pPr>
          </a:lstStyle>
          <a:p/>
        </p:txBody>
      </p:sp>
      <p:sp>
        <p:nvSpPr>
          <p:cNvPr id="51" name="Google Shape;51;p45"/>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Autofit/>
          </a:bodyPr>
          <a:lstStyle>
            <a:lvl1pPr indent="-335280" lvl="0" marL="457200" marR="0" rtl="0" algn="l">
              <a:spcBef>
                <a:spcPts val="560"/>
              </a:spcBef>
              <a:spcAft>
                <a:spcPts val="0"/>
              </a:spcAft>
              <a:buClr>
                <a:schemeClr val="folHlink"/>
              </a:buClr>
              <a:buSzPts val="1680"/>
              <a:buFont typeface="Noto Sans Symbols"/>
              <a:buChar char="■"/>
              <a:defRPr sz="2800">
                <a:solidFill>
                  <a:schemeClr val="dk1"/>
                </a:solidFill>
                <a:latin typeface="Tahoma"/>
                <a:ea typeface="Tahoma"/>
                <a:cs typeface="Tahoma"/>
                <a:sym typeface="Tahoma"/>
              </a:defRPr>
            </a:lvl1pPr>
            <a:lvl2pPr indent="-312419" lvl="1" marL="914400" marR="0" rtl="0" algn="l">
              <a:spcBef>
                <a:spcPts val="480"/>
              </a:spcBef>
              <a:spcAft>
                <a:spcPts val="0"/>
              </a:spcAft>
              <a:buClr>
                <a:schemeClr val="hlink"/>
              </a:buClr>
              <a:buSzPts val="1320"/>
              <a:buFont typeface="Noto Sans Symbols"/>
              <a:buChar char="■"/>
              <a:defRPr b="0" i="0" sz="2400" u="none" cap="none" strike="noStrike">
                <a:solidFill>
                  <a:schemeClr val="dk1"/>
                </a:solidFill>
                <a:latin typeface="Tahoma"/>
                <a:ea typeface="Tahoma"/>
                <a:cs typeface="Tahoma"/>
                <a:sym typeface="Tahoma"/>
              </a:defRPr>
            </a:lvl2pPr>
            <a:lvl3pPr indent="-292100" lvl="2" marL="1371600" marR="0" rtl="0" algn="l">
              <a:spcBef>
                <a:spcPts val="400"/>
              </a:spcBef>
              <a:spcAft>
                <a:spcPts val="0"/>
              </a:spcAft>
              <a:buClr>
                <a:schemeClr val="folHlink"/>
              </a:buClr>
              <a:buSzPts val="1000"/>
              <a:buFont typeface="Noto Sans Symbols"/>
              <a:buChar char="■"/>
              <a:defRPr b="0" i="0" sz="2000" u="none" cap="none" strike="noStrike">
                <a:solidFill>
                  <a:schemeClr val="dk1"/>
                </a:solidFill>
                <a:latin typeface="Tahoma"/>
                <a:ea typeface="Tahoma"/>
                <a:cs typeface="Tahoma"/>
                <a:sym typeface="Tahoma"/>
              </a:defRPr>
            </a:lvl3pPr>
            <a:lvl4pPr indent="-291464" lvl="3" marL="1828800" marR="0" rtl="0" algn="l">
              <a:spcBef>
                <a:spcPts val="360"/>
              </a:spcBef>
              <a:spcAft>
                <a:spcPts val="0"/>
              </a:spcAft>
              <a:buClr>
                <a:schemeClr val="accent2"/>
              </a:buClr>
              <a:buSzPts val="990"/>
              <a:buFont typeface="Noto Sans Symbols"/>
              <a:buChar char="■"/>
              <a:defRPr b="0" i="0" sz="1800" u="none" cap="none" strike="noStrike">
                <a:solidFill>
                  <a:schemeClr val="dk1"/>
                </a:solidFill>
                <a:latin typeface="Tahoma"/>
                <a:ea typeface="Tahoma"/>
                <a:cs typeface="Tahoma"/>
                <a:sym typeface="Tahoma"/>
              </a:defRPr>
            </a:lvl4pPr>
            <a:lvl5pPr indent="-285750" lvl="4" marL="2286000" marR="0" rtl="0" algn="l">
              <a:spcBef>
                <a:spcPts val="360"/>
              </a:spcBef>
              <a:spcAft>
                <a:spcPts val="0"/>
              </a:spcAft>
              <a:buClr>
                <a:schemeClr val="accent1"/>
              </a:buClr>
              <a:buSzPts val="900"/>
              <a:buFont typeface="Noto Sans Symbols"/>
              <a:buChar char="■"/>
              <a:defRPr b="0" i="0" sz="1800" u="none" cap="none" strike="noStrike">
                <a:solidFill>
                  <a:schemeClr val="dk1"/>
                </a:solidFill>
                <a:latin typeface="Tahoma"/>
                <a:ea typeface="Tahoma"/>
                <a:cs typeface="Tahoma"/>
                <a:sym typeface="Tahoma"/>
              </a:defRPr>
            </a:lvl5pPr>
            <a:lvl6pPr indent="-285750" lvl="5" marL="2743200" marR="0" rtl="0" algn="l">
              <a:spcBef>
                <a:spcPts val="360"/>
              </a:spcBef>
              <a:spcAft>
                <a:spcPts val="0"/>
              </a:spcAft>
              <a:buClr>
                <a:schemeClr val="accent1"/>
              </a:buClr>
              <a:buSzPts val="900"/>
              <a:buFont typeface="Noto Sans Symbols"/>
              <a:buChar char="■"/>
              <a:defRPr b="0" i="0" sz="1800" u="none" cap="none" strike="noStrike">
                <a:solidFill>
                  <a:schemeClr val="dk1"/>
                </a:solidFill>
                <a:latin typeface="Tahoma"/>
                <a:ea typeface="Tahoma"/>
                <a:cs typeface="Tahoma"/>
                <a:sym typeface="Tahoma"/>
              </a:defRPr>
            </a:lvl6pPr>
            <a:lvl7pPr indent="-285750" lvl="6" marL="3200400" marR="0" rtl="0" algn="l">
              <a:spcBef>
                <a:spcPts val="360"/>
              </a:spcBef>
              <a:spcAft>
                <a:spcPts val="0"/>
              </a:spcAft>
              <a:buClr>
                <a:schemeClr val="accent1"/>
              </a:buClr>
              <a:buSzPts val="900"/>
              <a:buFont typeface="Noto Sans Symbols"/>
              <a:buChar char="■"/>
              <a:defRPr b="0" i="0" sz="1800" u="none" cap="none" strike="noStrike">
                <a:solidFill>
                  <a:schemeClr val="dk1"/>
                </a:solidFill>
                <a:latin typeface="Tahoma"/>
                <a:ea typeface="Tahoma"/>
                <a:cs typeface="Tahoma"/>
                <a:sym typeface="Tahoma"/>
              </a:defRPr>
            </a:lvl7pPr>
            <a:lvl8pPr indent="-285750" lvl="7" marL="3657600" marR="0" rtl="0" algn="l">
              <a:spcBef>
                <a:spcPts val="360"/>
              </a:spcBef>
              <a:spcAft>
                <a:spcPts val="0"/>
              </a:spcAft>
              <a:buClr>
                <a:schemeClr val="accent1"/>
              </a:buClr>
              <a:buSzPts val="900"/>
              <a:buFont typeface="Noto Sans Symbols"/>
              <a:buChar char="■"/>
              <a:defRPr b="0" i="0" sz="1800" u="none" cap="none" strike="noStrike">
                <a:solidFill>
                  <a:schemeClr val="dk1"/>
                </a:solidFill>
                <a:latin typeface="Tahoma"/>
                <a:ea typeface="Tahoma"/>
                <a:cs typeface="Tahoma"/>
                <a:sym typeface="Tahoma"/>
              </a:defRPr>
            </a:lvl8pPr>
            <a:lvl9pPr indent="-285750" lvl="8" marL="4114800" marR="0" rtl="0" algn="l">
              <a:spcBef>
                <a:spcPts val="360"/>
              </a:spcBef>
              <a:spcAft>
                <a:spcPts val="0"/>
              </a:spcAft>
              <a:buClr>
                <a:schemeClr val="accent1"/>
              </a:buClr>
              <a:buSzPts val="900"/>
              <a:buFont typeface="Noto Sans Symbols"/>
              <a:buChar char="■"/>
              <a:defRPr b="0" i="0" sz="1800" u="none" cap="none" strike="noStrike">
                <a:solidFill>
                  <a:schemeClr val="dk1"/>
                </a:solidFill>
                <a:latin typeface="Tahoma"/>
                <a:ea typeface="Tahoma"/>
                <a:cs typeface="Tahoma"/>
                <a:sym typeface="Tahoma"/>
              </a:defRPr>
            </a:lvl9pPr>
          </a:lstStyle>
          <a:p/>
        </p:txBody>
      </p:sp>
      <p:sp>
        <p:nvSpPr>
          <p:cNvPr id="52" name="Google Shape;52;p45"/>
          <p:cNvSpPr txBox="1"/>
          <p:nvPr>
            <p:ph idx="12" type="sldNum"/>
          </p:nvPr>
        </p:nvSpPr>
        <p:spPr>
          <a:xfrm>
            <a:off x="0" y="6400800"/>
            <a:ext cx="1905000" cy="457200"/>
          </a:xfrm>
          <a:prstGeom prst="rect">
            <a:avLst/>
          </a:prstGeom>
          <a:noFill/>
          <a:ln>
            <a:noFill/>
          </a:ln>
        </p:spPr>
        <p:txBody>
          <a:bodyPr anchorCtr="0" anchor="b" bIns="45700" lIns="91425" spcFirstLastPara="1" rIns="91425" wrap="square" tIns="45700">
            <a:noAutofit/>
          </a:bodyPr>
          <a:lstStyle>
            <a:lvl1pPr indent="0" lvl="0" marL="0" marR="0" algn="l">
              <a:lnSpc>
                <a:spcPct val="100000"/>
              </a:lnSpc>
              <a:spcBef>
                <a:spcPts val="0"/>
              </a:spcBef>
              <a:spcAft>
                <a:spcPts val="0"/>
              </a:spcAft>
              <a:buClr>
                <a:schemeClr val="dk1"/>
              </a:buClr>
              <a:buSzPts val="2000"/>
              <a:buFont typeface="Arial"/>
              <a:buNone/>
              <a:defRPr b="1" i="0" sz="2000" u="none">
                <a:solidFill>
                  <a:schemeClr val="dk1"/>
                </a:solidFill>
                <a:latin typeface="Arial"/>
                <a:ea typeface="Arial"/>
                <a:cs typeface="Arial"/>
                <a:sym typeface="Arial"/>
              </a:defRPr>
            </a:lvl1pPr>
            <a:lvl2pPr indent="0" lvl="1" marL="0" marR="0" algn="l">
              <a:lnSpc>
                <a:spcPct val="100000"/>
              </a:lnSpc>
              <a:spcBef>
                <a:spcPts val="0"/>
              </a:spcBef>
              <a:spcAft>
                <a:spcPts val="0"/>
              </a:spcAft>
              <a:buClr>
                <a:schemeClr val="dk1"/>
              </a:buClr>
              <a:buSzPts val="2000"/>
              <a:buFont typeface="Arial"/>
              <a:buNone/>
              <a:defRPr b="1" i="0" sz="2000" u="none">
                <a:solidFill>
                  <a:schemeClr val="dk1"/>
                </a:solidFill>
                <a:latin typeface="Arial"/>
                <a:ea typeface="Arial"/>
                <a:cs typeface="Arial"/>
                <a:sym typeface="Arial"/>
              </a:defRPr>
            </a:lvl2pPr>
            <a:lvl3pPr indent="0" lvl="2" marL="0" marR="0" algn="l">
              <a:lnSpc>
                <a:spcPct val="100000"/>
              </a:lnSpc>
              <a:spcBef>
                <a:spcPts val="0"/>
              </a:spcBef>
              <a:spcAft>
                <a:spcPts val="0"/>
              </a:spcAft>
              <a:buClr>
                <a:schemeClr val="dk1"/>
              </a:buClr>
              <a:buSzPts val="2000"/>
              <a:buFont typeface="Arial"/>
              <a:buNone/>
              <a:defRPr b="1" i="0" sz="2000" u="none">
                <a:solidFill>
                  <a:schemeClr val="dk1"/>
                </a:solidFill>
                <a:latin typeface="Arial"/>
                <a:ea typeface="Arial"/>
                <a:cs typeface="Arial"/>
                <a:sym typeface="Arial"/>
              </a:defRPr>
            </a:lvl3pPr>
            <a:lvl4pPr indent="0" lvl="3" marL="0" marR="0" algn="l">
              <a:lnSpc>
                <a:spcPct val="100000"/>
              </a:lnSpc>
              <a:spcBef>
                <a:spcPts val="0"/>
              </a:spcBef>
              <a:spcAft>
                <a:spcPts val="0"/>
              </a:spcAft>
              <a:buClr>
                <a:schemeClr val="dk1"/>
              </a:buClr>
              <a:buSzPts val="2000"/>
              <a:buFont typeface="Arial"/>
              <a:buNone/>
              <a:defRPr b="1" i="0" sz="2000" u="none">
                <a:solidFill>
                  <a:schemeClr val="dk1"/>
                </a:solidFill>
                <a:latin typeface="Arial"/>
                <a:ea typeface="Arial"/>
                <a:cs typeface="Arial"/>
                <a:sym typeface="Arial"/>
              </a:defRPr>
            </a:lvl4pPr>
            <a:lvl5pPr indent="0" lvl="4" marL="0" marR="0" algn="l">
              <a:lnSpc>
                <a:spcPct val="100000"/>
              </a:lnSpc>
              <a:spcBef>
                <a:spcPts val="0"/>
              </a:spcBef>
              <a:spcAft>
                <a:spcPts val="0"/>
              </a:spcAft>
              <a:buClr>
                <a:schemeClr val="dk1"/>
              </a:buClr>
              <a:buSzPts val="2000"/>
              <a:buFont typeface="Arial"/>
              <a:buNone/>
              <a:defRPr b="1" i="0" sz="2000" u="none">
                <a:solidFill>
                  <a:schemeClr val="dk1"/>
                </a:solidFill>
                <a:latin typeface="Arial"/>
                <a:ea typeface="Arial"/>
                <a:cs typeface="Arial"/>
                <a:sym typeface="Arial"/>
              </a:defRPr>
            </a:lvl5pPr>
            <a:lvl6pPr indent="0" lvl="5" marL="0" marR="0" algn="l">
              <a:lnSpc>
                <a:spcPct val="100000"/>
              </a:lnSpc>
              <a:spcBef>
                <a:spcPts val="0"/>
              </a:spcBef>
              <a:spcAft>
                <a:spcPts val="0"/>
              </a:spcAft>
              <a:buClr>
                <a:schemeClr val="dk1"/>
              </a:buClr>
              <a:buSzPts val="2000"/>
              <a:buFont typeface="Arial"/>
              <a:buNone/>
              <a:defRPr b="1" i="0" sz="2000" u="none">
                <a:solidFill>
                  <a:schemeClr val="dk1"/>
                </a:solidFill>
                <a:latin typeface="Arial"/>
                <a:ea typeface="Arial"/>
                <a:cs typeface="Arial"/>
                <a:sym typeface="Arial"/>
              </a:defRPr>
            </a:lvl6pPr>
            <a:lvl7pPr indent="0" lvl="6" marL="0" marR="0" algn="l">
              <a:lnSpc>
                <a:spcPct val="100000"/>
              </a:lnSpc>
              <a:spcBef>
                <a:spcPts val="0"/>
              </a:spcBef>
              <a:spcAft>
                <a:spcPts val="0"/>
              </a:spcAft>
              <a:buClr>
                <a:schemeClr val="dk1"/>
              </a:buClr>
              <a:buSzPts val="2000"/>
              <a:buFont typeface="Arial"/>
              <a:buNone/>
              <a:defRPr b="1" i="0" sz="2000" u="none">
                <a:solidFill>
                  <a:schemeClr val="dk1"/>
                </a:solidFill>
                <a:latin typeface="Arial"/>
                <a:ea typeface="Arial"/>
                <a:cs typeface="Arial"/>
                <a:sym typeface="Arial"/>
              </a:defRPr>
            </a:lvl7pPr>
            <a:lvl8pPr indent="0" lvl="7" marL="0" marR="0" algn="l">
              <a:lnSpc>
                <a:spcPct val="100000"/>
              </a:lnSpc>
              <a:spcBef>
                <a:spcPts val="0"/>
              </a:spcBef>
              <a:spcAft>
                <a:spcPts val="0"/>
              </a:spcAft>
              <a:buClr>
                <a:schemeClr val="dk1"/>
              </a:buClr>
              <a:buSzPts val="2000"/>
              <a:buFont typeface="Arial"/>
              <a:buNone/>
              <a:defRPr b="1" i="0" sz="2000" u="none">
                <a:solidFill>
                  <a:schemeClr val="dk1"/>
                </a:solidFill>
                <a:latin typeface="Arial"/>
                <a:ea typeface="Arial"/>
                <a:cs typeface="Arial"/>
                <a:sym typeface="Arial"/>
              </a:defRPr>
            </a:lvl8pPr>
            <a:lvl9pPr indent="0" lvl="8" marL="0" marR="0" algn="l">
              <a:lnSpc>
                <a:spcPct val="100000"/>
              </a:lnSpc>
              <a:spcBef>
                <a:spcPts val="0"/>
              </a:spcBef>
              <a:spcAft>
                <a:spcPts val="0"/>
              </a:spcAft>
              <a:buClr>
                <a:schemeClr val="dk1"/>
              </a:buClr>
              <a:buSzPts val="2000"/>
              <a:buFont typeface="Arial"/>
              <a:buNone/>
              <a:defRPr b="1" i="0" sz="2000" u="none">
                <a:solidFill>
                  <a:schemeClr val="dk1"/>
                </a:solidFill>
                <a:latin typeface="Arial"/>
                <a:ea typeface="Arial"/>
                <a:cs typeface="Arial"/>
                <a:sym typeface="Arial"/>
              </a:defRPr>
            </a:lvl9pPr>
          </a:lstStyle>
          <a:p>
            <a:pPr indent="0" lvl="0" marL="0" rtl="0" algn="l">
              <a:spcBef>
                <a:spcPts val="0"/>
              </a:spcBef>
              <a:spcAft>
                <a:spcPts val="0"/>
              </a:spcAft>
              <a:buNone/>
            </a:pPr>
            <a:r>
              <a:rPr lang="en-US"/>
              <a:t>3.</a:t>
            </a: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3" name="Shape 53"/>
        <p:cNvGrpSpPr/>
        <p:nvPr/>
      </p:nvGrpSpPr>
      <p:grpSpPr>
        <a:xfrm>
          <a:off x="0" y="0"/>
          <a:ext cx="0" cy="0"/>
          <a:chOff x="0" y="0"/>
          <a:chExt cx="0" cy="0"/>
        </a:xfrm>
      </p:grpSpPr>
      <p:sp>
        <p:nvSpPr>
          <p:cNvPr id="54" name="Google Shape;54;p46"/>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1" i="0" sz="4000" u="none" cap="none" strike="noStrike">
                <a:solidFill>
                  <a:schemeClr val="dk2"/>
                </a:solidFill>
                <a:latin typeface="Tahoma"/>
                <a:ea typeface="Tahoma"/>
                <a:cs typeface="Tahoma"/>
                <a:sym typeface="Tahoma"/>
              </a:defRPr>
            </a:lvl1pPr>
            <a:lvl2pPr lvl="1"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2pPr>
            <a:lvl3pPr lvl="2"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3pPr>
            <a:lvl4pPr lvl="3"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4pPr>
            <a:lvl5pPr lvl="4"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5pPr>
            <a:lvl6pPr lvl="5"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6pPr>
            <a:lvl7pPr lvl="6"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7pPr>
            <a:lvl8pPr lvl="7"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8pPr>
            <a:lvl9pPr lvl="8"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9pPr>
          </a:lstStyle>
          <a:p/>
        </p:txBody>
      </p:sp>
      <p:sp>
        <p:nvSpPr>
          <p:cNvPr id="55" name="Google Shape;55;p46"/>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Autofit/>
          </a:bodyPr>
          <a:lstStyle>
            <a:lvl1pPr indent="-228600" lvl="0" marL="457200" marR="0" rtl="0" algn="l">
              <a:spcBef>
                <a:spcPts val="400"/>
              </a:spcBef>
              <a:spcAft>
                <a:spcPts val="0"/>
              </a:spcAft>
              <a:buClr>
                <a:schemeClr val="folHlink"/>
              </a:buClr>
              <a:buSzPts val="1200"/>
              <a:buFont typeface="Noto Sans Symbols"/>
              <a:buNone/>
              <a:defRPr sz="2000">
                <a:solidFill>
                  <a:schemeClr val="dk1"/>
                </a:solidFill>
                <a:latin typeface="Tahoma"/>
                <a:ea typeface="Tahoma"/>
                <a:cs typeface="Tahoma"/>
                <a:sym typeface="Tahoma"/>
              </a:defRPr>
            </a:lvl1pPr>
            <a:lvl2pPr indent="-228600" lvl="1" marL="914400" marR="0" rtl="0" algn="l">
              <a:spcBef>
                <a:spcPts val="360"/>
              </a:spcBef>
              <a:spcAft>
                <a:spcPts val="0"/>
              </a:spcAft>
              <a:buClr>
                <a:schemeClr val="hlink"/>
              </a:buClr>
              <a:buSzPts val="990"/>
              <a:buFont typeface="Noto Sans Symbols"/>
              <a:buNone/>
              <a:defRPr b="0" i="0" sz="1800" u="none" cap="none" strike="noStrike">
                <a:solidFill>
                  <a:schemeClr val="dk1"/>
                </a:solidFill>
                <a:latin typeface="Tahoma"/>
                <a:ea typeface="Tahoma"/>
                <a:cs typeface="Tahoma"/>
                <a:sym typeface="Tahoma"/>
              </a:defRPr>
            </a:lvl2pPr>
            <a:lvl3pPr indent="-228600" lvl="2" marL="1371600" marR="0" rtl="0" algn="l">
              <a:spcBef>
                <a:spcPts val="320"/>
              </a:spcBef>
              <a:spcAft>
                <a:spcPts val="0"/>
              </a:spcAft>
              <a:buClr>
                <a:schemeClr val="folHlink"/>
              </a:buClr>
              <a:buSzPts val="800"/>
              <a:buFont typeface="Noto Sans Symbols"/>
              <a:buNone/>
              <a:defRPr b="0" i="0" sz="1600" u="none" cap="none" strike="noStrike">
                <a:solidFill>
                  <a:schemeClr val="dk1"/>
                </a:solidFill>
                <a:latin typeface="Tahoma"/>
                <a:ea typeface="Tahoma"/>
                <a:cs typeface="Tahoma"/>
                <a:sym typeface="Tahoma"/>
              </a:defRPr>
            </a:lvl3pPr>
            <a:lvl4pPr indent="-228600" lvl="3" marL="1828800" marR="0" rtl="0" algn="l">
              <a:spcBef>
                <a:spcPts val="280"/>
              </a:spcBef>
              <a:spcAft>
                <a:spcPts val="0"/>
              </a:spcAft>
              <a:buClr>
                <a:schemeClr val="accent2"/>
              </a:buClr>
              <a:buSzPts val="770"/>
              <a:buFont typeface="Noto Sans Symbols"/>
              <a:buNone/>
              <a:defRPr b="0" i="0" sz="1400" u="none" cap="none" strike="noStrike">
                <a:solidFill>
                  <a:schemeClr val="dk1"/>
                </a:solidFill>
                <a:latin typeface="Tahoma"/>
                <a:ea typeface="Tahoma"/>
                <a:cs typeface="Tahoma"/>
                <a:sym typeface="Tahoma"/>
              </a:defRPr>
            </a:lvl4pPr>
            <a:lvl5pPr indent="-228600" lvl="4" marL="2286000" marR="0" rtl="0" algn="l">
              <a:spcBef>
                <a:spcPts val="280"/>
              </a:spcBef>
              <a:spcAft>
                <a:spcPts val="0"/>
              </a:spcAft>
              <a:buClr>
                <a:schemeClr val="accent1"/>
              </a:buClr>
              <a:buSzPts val="700"/>
              <a:buFont typeface="Noto Sans Symbols"/>
              <a:buNone/>
              <a:defRPr b="0" i="0" sz="1400" u="none" cap="none" strike="noStrike">
                <a:solidFill>
                  <a:schemeClr val="dk1"/>
                </a:solidFill>
                <a:latin typeface="Tahoma"/>
                <a:ea typeface="Tahoma"/>
                <a:cs typeface="Tahoma"/>
                <a:sym typeface="Tahoma"/>
              </a:defRPr>
            </a:lvl5pPr>
            <a:lvl6pPr indent="-228600" lvl="5" marL="2743200" marR="0" rtl="0" algn="l">
              <a:spcBef>
                <a:spcPts val="280"/>
              </a:spcBef>
              <a:spcAft>
                <a:spcPts val="0"/>
              </a:spcAft>
              <a:buClr>
                <a:schemeClr val="accent1"/>
              </a:buClr>
              <a:buSzPts val="700"/>
              <a:buFont typeface="Noto Sans Symbols"/>
              <a:buNone/>
              <a:defRPr b="0" i="0" sz="1400" u="none" cap="none" strike="noStrike">
                <a:solidFill>
                  <a:schemeClr val="dk1"/>
                </a:solidFill>
                <a:latin typeface="Tahoma"/>
                <a:ea typeface="Tahoma"/>
                <a:cs typeface="Tahoma"/>
                <a:sym typeface="Tahoma"/>
              </a:defRPr>
            </a:lvl6pPr>
            <a:lvl7pPr indent="-228600" lvl="6" marL="3200400" marR="0" rtl="0" algn="l">
              <a:spcBef>
                <a:spcPts val="280"/>
              </a:spcBef>
              <a:spcAft>
                <a:spcPts val="0"/>
              </a:spcAft>
              <a:buClr>
                <a:schemeClr val="accent1"/>
              </a:buClr>
              <a:buSzPts val="700"/>
              <a:buFont typeface="Noto Sans Symbols"/>
              <a:buNone/>
              <a:defRPr b="0" i="0" sz="1400" u="none" cap="none" strike="noStrike">
                <a:solidFill>
                  <a:schemeClr val="dk1"/>
                </a:solidFill>
                <a:latin typeface="Tahoma"/>
                <a:ea typeface="Tahoma"/>
                <a:cs typeface="Tahoma"/>
                <a:sym typeface="Tahoma"/>
              </a:defRPr>
            </a:lvl7pPr>
            <a:lvl8pPr indent="-228600" lvl="7" marL="3657600" marR="0" rtl="0" algn="l">
              <a:spcBef>
                <a:spcPts val="280"/>
              </a:spcBef>
              <a:spcAft>
                <a:spcPts val="0"/>
              </a:spcAft>
              <a:buClr>
                <a:schemeClr val="accent1"/>
              </a:buClr>
              <a:buSzPts val="700"/>
              <a:buFont typeface="Noto Sans Symbols"/>
              <a:buNone/>
              <a:defRPr b="0" i="0" sz="1400" u="none" cap="none" strike="noStrike">
                <a:solidFill>
                  <a:schemeClr val="dk1"/>
                </a:solidFill>
                <a:latin typeface="Tahoma"/>
                <a:ea typeface="Tahoma"/>
                <a:cs typeface="Tahoma"/>
                <a:sym typeface="Tahoma"/>
              </a:defRPr>
            </a:lvl8pPr>
            <a:lvl9pPr indent="-228600" lvl="8" marL="4114800" marR="0" rtl="0" algn="l">
              <a:spcBef>
                <a:spcPts val="280"/>
              </a:spcBef>
              <a:spcAft>
                <a:spcPts val="0"/>
              </a:spcAft>
              <a:buClr>
                <a:schemeClr val="accent1"/>
              </a:buClr>
              <a:buSzPts val="700"/>
              <a:buFont typeface="Noto Sans Symbols"/>
              <a:buNone/>
              <a:defRPr b="0" i="0" sz="1400" u="none" cap="none" strike="noStrike">
                <a:solidFill>
                  <a:schemeClr val="dk1"/>
                </a:solidFill>
                <a:latin typeface="Tahoma"/>
                <a:ea typeface="Tahoma"/>
                <a:cs typeface="Tahoma"/>
                <a:sym typeface="Tahoma"/>
              </a:defRPr>
            </a:lvl9pPr>
          </a:lstStyle>
          <a:p/>
        </p:txBody>
      </p:sp>
      <p:sp>
        <p:nvSpPr>
          <p:cNvPr id="56" name="Google Shape;56;p46"/>
          <p:cNvSpPr txBox="1"/>
          <p:nvPr>
            <p:ph idx="12" type="sldNum"/>
          </p:nvPr>
        </p:nvSpPr>
        <p:spPr>
          <a:xfrm>
            <a:off x="0" y="6400800"/>
            <a:ext cx="1905000" cy="457200"/>
          </a:xfrm>
          <a:prstGeom prst="rect">
            <a:avLst/>
          </a:prstGeom>
          <a:noFill/>
          <a:ln>
            <a:noFill/>
          </a:ln>
        </p:spPr>
        <p:txBody>
          <a:bodyPr anchorCtr="0" anchor="b" bIns="45700" lIns="91425" spcFirstLastPara="1" rIns="91425" wrap="square" tIns="45700">
            <a:noAutofit/>
          </a:bodyPr>
          <a:lstStyle>
            <a:lvl1pPr indent="0" lvl="0" marL="0" marR="0" algn="l">
              <a:lnSpc>
                <a:spcPct val="100000"/>
              </a:lnSpc>
              <a:spcBef>
                <a:spcPts val="0"/>
              </a:spcBef>
              <a:spcAft>
                <a:spcPts val="0"/>
              </a:spcAft>
              <a:buClr>
                <a:schemeClr val="dk1"/>
              </a:buClr>
              <a:buSzPts val="2000"/>
              <a:buFont typeface="Arial"/>
              <a:buNone/>
              <a:defRPr b="1" i="0" sz="2000" u="none">
                <a:solidFill>
                  <a:schemeClr val="dk1"/>
                </a:solidFill>
                <a:latin typeface="Arial"/>
                <a:ea typeface="Arial"/>
                <a:cs typeface="Arial"/>
                <a:sym typeface="Arial"/>
              </a:defRPr>
            </a:lvl1pPr>
            <a:lvl2pPr indent="0" lvl="1" marL="0" marR="0" algn="l">
              <a:lnSpc>
                <a:spcPct val="100000"/>
              </a:lnSpc>
              <a:spcBef>
                <a:spcPts val="0"/>
              </a:spcBef>
              <a:spcAft>
                <a:spcPts val="0"/>
              </a:spcAft>
              <a:buClr>
                <a:schemeClr val="dk1"/>
              </a:buClr>
              <a:buSzPts val="2000"/>
              <a:buFont typeface="Arial"/>
              <a:buNone/>
              <a:defRPr b="1" i="0" sz="2000" u="none">
                <a:solidFill>
                  <a:schemeClr val="dk1"/>
                </a:solidFill>
                <a:latin typeface="Arial"/>
                <a:ea typeface="Arial"/>
                <a:cs typeface="Arial"/>
                <a:sym typeface="Arial"/>
              </a:defRPr>
            </a:lvl2pPr>
            <a:lvl3pPr indent="0" lvl="2" marL="0" marR="0" algn="l">
              <a:lnSpc>
                <a:spcPct val="100000"/>
              </a:lnSpc>
              <a:spcBef>
                <a:spcPts val="0"/>
              </a:spcBef>
              <a:spcAft>
                <a:spcPts val="0"/>
              </a:spcAft>
              <a:buClr>
                <a:schemeClr val="dk1"/>
              </a:buClr>
              <a:buSzPts val="2000"/>
              <a:buFont typeface="Arial"/>
              <a:buNone/>
              <a:defRPr b="1" i="0" sz="2000" u="none">
                <a:solidFill>
                  <a:schemeClr val="dk1"/>
                </a:solidFill>
                <a:latin typeface="Arial"/>
                <a:ea typeface="Arial"/>
                <a:cs typeface="Arial"/>
                <a:sym typeface="Arial"/>
              </a:defRPr>
            </a:lvl3pPr>
            <a:lvl4pPr indent="0" lvl="3" marL="0" marR="0" algn="l">
              <a:lnSpc>
                <a:spcPct val="100000"/>
              </a:lnSpc>
              <a:spcBef>
                <a:spcPts val="0"/>
              </a:spcBef>
              <a:spcAft>
                <a:spcPts val="0"/>
              </a:spcAft>
              <a:buClr>
                <a:schemeClr val="dk1"/>
              </a:buClr>
              <a:buSzPts val="2000"/>
              <a:buFont typeface="Arial"/>
              <a:buNone/>
              <a:defRPr b="1" i="0" sz="2000" u="none">
                <a:solidFill>
                  <a:schemeClr val="dk1"/>
                </a:solidFill>
                <a:latin typeface="Arial"/>
                <a:ea typeface="Arial"/>
                <a:cs typeface="Arial"/>
                <a:sym typeface="Arial"/>
              </a:defRPr>
            </a:lvl4pPr>
            <a:lvl5pPr indent="0" lvl="4" marL="0" marR="0" algn="l">
              <a:lnSpc>
                <a:spcPct val="100000"/>
              </a:lnSpc>
              <a:spcBef>
                <a:spcPts val="0"/>
              </a:spcBef>
              <a:spcAft>
                <a:spcPts val="0"/>
              </a:spcAft>
              <a:buClr>
                <a:schemeClr val="dk1"/>
              </a:buClr>
              <a:buSzPts val="2000"/>
              <a:buFont typeface="Arial"/>
              <a:buNone/>
              <a:defRPr b="1" i="0" sz="2000" u="none">
                <a:solidFill>
                  <a:schemeClr val="dk1"/>
                </a:solidFill>
                <a:latin typeface="Arial"/>
                <a:ea typeface="Arial"/>
                <a:cs typeface="Arial"/>
                <a:sym typeface="Arial"/>
              </a:defRPr>
            </a:lvl5pPr>
            <a:lvl6pPr indent="0" lvl="5" marL="0" marR="0" algn="l">
              <a:lnSpc>
                <a:spcPct val="100000"/>
              </a:lnSpc>
              <a:spcBef>
                <a:spcPts val="0"/>
              </a:spcBef>
              <a:spcAft>
                <a:spcPts val="0"/>
              </a:spcAft>
              <a:buClr>
                <a:schemeClr val="dk1"/>
              </a:buClr>
              <a:buSzPts val="2000"/>
              <a:buFont typeface="Arial"/>
              <a:buNone/>
              <a:defRPr b="1" i="0" sz="2000" u="none">
                <a:solidFill>
                  <a:schemeClr val="dk1"/>
                </a:solidFill>
                <a:latin typeface="Arial"/>
                <a:ea typeface="Arial"/>
                <a:cs typeface="Arial"/>
                <a:sym typeface="Arial"/>
              </a:defRPr>
            </a:lvl6pPr>
            <a:lvl7pPr indent="0" lvl="6" marL="0" marR="0" algn="l">
              <a:lnSpc>
                <a:spcPct val="100000"/>
              </a:lnSpc>
              <a:spcBef>
                <a:spcPts val="0"/>
              </a:spcBef>
              <a:spcAft>
                <a:spcPts val="0"/>
              </a:spcAft>
              <a:buClr>
                <a:schemeClr val="dk1"/>
              </a:buClr>
              <a:buSzPts val="2000"/>
              <a:buFont typeface="Arial"/>
              <a:buNone/>
              <a:defRPr b="1" i="0" sz="2000" u="none">
                <a:solidFill>
                  <a:schemeClr val="dk1"/>
                </a:solidFill>
                <a:latin typeface="Arial"/>
                <a:ea typeface="Arial"/>
                <a:cs typeface="Arial"/>
                <a:sym typeface="Arial"/>
              </a:defRPr>
            </a:lvl7pPr>
            <a:lvl8pPr indent="0" lvl="7" marL="0" marR="0" algn="l">
              <a:lnSpc>
                <a:spcPct val="100000"/>
              </a:lnSpc>
              <a:spcBef>
                <a:spcPts val="0"/>
              </a:spcBef>
              <a:spcAft>
                <a:spcPts val="0"/>
              </a:spcAft>
              <a:buClr>
                <a:schemeClr val="dk1"/>
              </a:buClr>
              <a:buSzPts val="2000"/>
              <a:buFont typeface="Arial"/>
              <a:buNone/>
              <a:defRPr b="1" i="0" sz="2000" u="none">
                <a:solidFill>
                  <a:schemeClr val="dk1"/>
                </a:solidFill>
                <a:latin typeface="Arial"/>
                <a:ea typeface="Arial"/>
                <a:cs typeface="Arial"/>
                <a:sym typeface="Arial"/>
              </a:defRPr>
            </a:lvl8pPr>
            <a:lvl9pPr indent="0" lvl="8" marL="0" marR="0" algn="l">
              <a:lnSpc>
                <a:spcPct val="100000"/>
              </a:lnSpc>
              <a:spcBef>
                <a:spcPts val="0"/>
              </a:spcBef>
              <a:spcAft>
                <a:spcPts val="0"/>
              </a:spcAft>
              <a:buClr>
                <a:schemeClr val="dk1"/>
              </a:buClr>
              <a:buSzPts val="2000"/>
              <a:buFont typeface="Arial"/>
              <a:buNone/>
              <a:defRPr b="1" i="0" sz="2000" u="none">
                <a:solidFill>
                  <a:schemeClr val="dk1"/>
                </a:solidFill>
                <a:latin typeface="Arial"/>
                <a:ea typeface="Arial"/>
                <a:cs typeface="Arial"/>
                <a:sym typeface="Arial"/>
              </a:defRPr>
            </a:lvl9pPr>
          </a:lstStyle>
          <a:p>
            <a:pPr indent="0" lvl="0" marL="0" rtl="0" algn="l">
              <a:spcBef>
                <a:spcPts val="0"/>
              </a:spcBef>
              <a:spcAft>
                <a:spcPts val="0"/>
              </a:spcAft>
              <a:buNone/>
            </a:pPr>
            <a:r>
              <a:rPr lang="en-US"/>
              <a:t>3.</a:t>
            </a: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73" name="Shape 73"/>
        <p:cNvGrpSpPr/>
        <p:nvPr/>
      </p:nvGrpSpPr>
      <p:grpSpPr>
        <a:xfrm>
          <a:off x="0" y="0"/>
          <a:ext cx="0" cy="0"/>
          <a:chOff x="0" y="0"/>
          <a:chExt cx="0" cy="0"/>
        </a:xfrm>
      </p:grpSpPr>
      <p:sp>
        <p:nvSpPr>
          <p:cNvPr id="74" name="Google Shape;74;p48"/>
          <p:cNvSpPr txBox="1"/>
          <p:nvPr>
            <p:ph type="ctrTitle"/>
          </p:nvPr>
        </p:nvSpPr>
        <p:spPr>
          <a:xfrm>
            <a:off x="990600" y="1676400"/>
            <a:ext cx="7772400" cy="1462088"/>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1pPr>
            <a:lvl2pPr lvl="1"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2pPr>
            <a:lvl3pPr lvl="2"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3pPr>
            <a:lvl4pPr lvl="3"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4pPr>
            <a:lvl5pPr lvl="4"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5pPr>
            <a:lvl6pPr lvl="5"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6pPr>
            <a:lvl7pPr lvl="6"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7pPr>
            <a:lvl8pPr lvl="7"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8pPr>
            <a:lvl9pPr lvl="8"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9pPr>
          </a:lstStyle>
          <a:p/>
        </p:txBody>
      </p:sp>
      <p:sp>
        <p:nvSpPr>
          <p:cNvPr id="75" name="Google Shape;75;p48"/>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Autofit/>
          </a:bodyPr>
          <a:lstStyle>
            <a:lvl1pPr lvl="0" marR="0" rtl="0" algn="ctr">
              <a:spcBef>
                <a:spcPts val="640"/>
              </a:spcBef>
              <a:spcAft>
                <a:spcPts val="0"/>
              </a:spcAft>
              <a:buClr>
                <a:schemeClr val="folHlink"/>
              </a:buClr>
              <a:buSzPts val="1920"/>
              <a:buFont typeface="Noto Sans Symbols"/>
              <a:buNone/>
              <a:defRPr b="0" i="0" sz="3200" u="none" cap="none" strike="noStrike">
                <a:solidFill>
                  <a:schemeClr val="dk1"/>
                </a:solidFill>
                <a:latin typeface="Tahoma"/>
                <a:ea typeface="Tahoma"/>
                <a:cs typeface="Tahoma"/>
                <a:sym typeface="Tahoma"/>
              </a:defRPr>
            </a:lvl1pPr>
            <a:lvl2pPr lvl="1" marR="0" rtl="0" algn="l">
              <a:spcBef>
                <a:spcPts val="560"/>
              </a:spcBef>
              <a:spcAft>
                <a:spcPts val="0"/>
              </a:spcAft>
              <a:buClr>
                <a:schemeClr val="hlink"/>
              </a:buClr>
              <a:buSzPts val="1540"/>
              <a:buFont typeface="Noto Sans Symbols"/>
              <a:buChar char="■"/>
              <a:defRPr b="0" i="0" sz="2800" u="none" cap="none" strike="noStrike">
                <a:solidFill>
                  <a:schemeClr val="dk1"/>
                </a:solidFill>
                <a:latin typeface="Tahoma"/>
                <a:ea typeface="Tahoma"/>
                <a:cs typeface="Tahoma"/>
                <a:sym typeface="Tahoma"/>
              </a:defRPr>
            </a:lvl2pPr>
            <a:lvl3pPr lvl="2" marR="0" rtl="0" algn="l">
              <a:spcBef>
                <a:spcPts val="480"/>
              </a:spcBef>
              <a:spcAft>
                <a:spcPts val="0"/>
              </a:spcAft>
              <a:buClr>
                <a:schemeClr val="folHlink"/>
              </a:buClr>
              <a:buSzPts val="1200"/>
              <a:buFont typeface="Noto Sans Symbols"/>
              <a:buChar char="■"/>
              <a:defRPr b="0" i="0" sz="2400" u="none" cap="none" strike="noStrike">
                <a:solidFill>
                  <a:schemeClr val="dk1"/>
                </a:solidFill>
                <a:latin typeface="Tahoma"/>
                <a:ea typeface="Tahoma"/>
                <a:cs typeface="Tahoma"/>
                <a:sym typeface="Tahoma"/>
              </a:defRPr>
            </a:lvl3pPr>
            <a:lvl4pPr lvl="3" marR="0" rtl="0" algn="l">
              <a:spcBef>
                <a:spcPts val="400"/>
              </a:spcBef>
              <a:spcAft>
                <a:spcPts val="0"/>
              </a:spcAft>
              <a:buClr>
                <a:schemeClr val="accent2"/>
              </a:buClr>
              <a:buSzPts val="1100"/>
              <a:buFont typeface="Noto Sans Symbols"/>
              <a:buChar char="■"/>
              <a:defRPr b="0" i="0" sz="2000" u="none" cap="none" strike="noStrike">
                <a:solidFill>
                  <a:schemeClr val="dk1"/>
                </a:solidFill>
                <a:latin typeface="Tahoma"/>
                <a:ea typeface="Tahoma"/>
                <a:cs typeface="Tahoma"/>
                <a:sym typeface="Tahoma"/>
              </a:defRPr>
            </a:lvl4pPr>
            <a:lvl5pPr lvl="4" marR="0" rtl="0" algn="l">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5pPr>
            <a:lvl6pPr lvl="5" marR="0" rtl="0" algn="l">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6pPr>
            <a:lvl7pPr lvl="6" marR="0" rtl="0" algn="l">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7pPr>
            <a:lvl8pPr lvl="7" marR="0" rtl="0" algn="l">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8pPr>
            <a:lvl9pPr lvl="8" marR="0" rtl="0" algn="l">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9pPr>
          </a:lstStyle>
          <a:p/>
        </p:txBody>
      </p:sp>
      <p:sp>
        <p:nvSpPr>
          <p:cNvPr id="76" name="Google Shape;76;p48"/>
          <p:cNvSpPr txBox="1"/>
          <p:nvPr>
            <p:ph idx="10" type="dt"/>
          </p:nvPr>
        </p:nvSpPr>
        <p:spPr>
          <a:xfrm>
            <a:off x="990600" y="6248400"/>
            <a:ext cx="1905000" cy="4572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48"/>
          <p:cNvSpPr txBox="1"/>
          <p:nvPr>
            <p:ph idx="11" type="ftr"/>
          </p:nvPr>
        </p:nvSpPr>
        <p:spPr>
          <a:xfrm>
            <a:off x="3429000" y="6248400"/>
            <a:ext cx="2895600" cy="457200"/>
          </a:xfrm>
          <a:prstGeom prst="rect">
            <a:avLst/>
          </a:prstGeom>
          <a:noFill/>
          <a:ln>
            <a:noFill/>
          </a:ln>
        </p:spPr>
        <p:txBody>
          <a:bodyPr anchorCtr="0" anchor="b" bIns="45700" lIns="91425" spcFirstLastPara="1" rIns="91425" wrap="square" tIns="45700">
            <a:noAutofit/>
          </a:bodyPr>
          <a:lstStyle>
            <a:lvl1pPr lvl="0" algn="ctr">
              <a:lnSpc>
                <a:spcPct val="100000"/>
              </a:lnSpc>
              <a:spcBef>
                <a:spcPts val="0"/>
              </a:spcBef>
              <a:spcAft>
                <a:spcPts val="0"/>
              </a:spcAft>
              <a:buSzPts val="1400"/>
              <a:buNone/>
              <a:defRPr b="0" i="0" sz="1400">
                <a:solidFill>
                  <a:schemeClr val="lt2"/>
                </a:solidFill>
                <a:latin typeface="Tahoma"/>
                <a:ea typeface="Tahoma"/>
                <a:cs typeface="Tahoma"/>
                <a:sym typeface="Tahom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48"/>
          <p:cNvSpPr txBox="1"/>
          <p:nvPr>
            <p:ph idx="12" type="sldNum"/>
          </p:nvPr>
        </p:nvSpPr>
        <p:spPr>
          <a:xfrm>
            <a:off x="6858000" y="6248400"/>
            <a:ext cx="1905000" cy="457200"/>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chemeClr val="lt2"/>
              </a:buClr>
              <a:buSzPts val="1400"/>
              <a:buFont typeface="Tahoma"/>
              <a:buNone/>
              <a:defRPr b="0" i="0" sz="1400" u="none">
                <a:solidFill>
                  <a:schemeClr val="lt2"/>
                </a:solidFill>
                <a:latin typeface="Tahoma"/>
                <a:ea typeface="Tahoma"/>
                <a:cs typeface="Tahoma"/>
                <a:sym typeface="Tahoma"/>
              </a:defRPr>
            </a:lvl1pPr>
            <a:lvl2pPr indent="0" lvl="1" marL="0" marR="0" algn="r">
              <a:lnSpc>
                <a:spcPct val="100000"/>
              </a:lnSpc>
              <a:spcBef>
                <a:spcPts val="0"/>
              </a:spcBef>
              <a:spcAft>
                <a:spcPts val="0"/>
              </a:spcAft>
              <a:buClr>
                <a:schemeClr val="lt2"/>
              </a:buClr>
              <a:buSzPts val="1400"/>
              <a:buFont typeface="Tahoma"/>
              <a:buNone/>
              <a:defRPr b="0" i="0" sz="1400" u="none">
                <a:solidFill>
                  <a:schemeClr val="lt2"/>
                </a:solidFill>
                <a:latin typeface="Tahoma"/>
                <a:ea typeface="Tahoma"/>
                <a:cs typeface="Tahoma"/>
                <a:sym typeface="Tahoma"/>
              </a:defRPr>
            </a:lvl2pPr>
            <a:lvl3pPr indent="0" lvl="2" marL="0" marR="0" algn="r">
              <a:lnSpc>
                <a:spcPct val="100000"/>
              </a:lnSpc>
              <a:spcBef>
                <a:spcPts val="0"/>
              </a:spcBef>
              <a:spcAft>
                <a:spcPts val="0"/>
              </a:spcAft>
              <a:buClr>
                <a:schemeClr val="lt2"/>
              </a:buClr>
              <a:buSzPts val="1400"/>
              <a:buFont typeface="Tahoma"/>
              <a:buNone/>
              <a:defRPr b="0" i="0" sz="1400" u="none">
                <a:solidFill>
                  <a:schemeClr val="lt2"/>
                </a:solidFill>
                <a:latin typeface="Tahoma"/>
                <a:ea typeface="Tahoma"/>
                <a:cs typeface="Tahoma"/>
                <a:sym typeface="Tahoma"/>
              </a:defRPr>
            </a:lvl3pPr>
            <a:lvl4pPr indent="0" lvl="3" marL="0" marR="0" algn="r">
              <a:lnSpc>
                <a:spcPct val="100000"/>
              </a:lnSpc>
              <a:spcBef>
                <a:spcPts val="0"/>
              </a:spcBef>
              <a:spcAft>
                <a:spcPts val="0"/>
              </a:spcAft>
              <a:buClr>
                <a:schemeClr val="lt2"/>
              </a:buClr>
              <a:buSzPts val="1400"/>
              <a:buFont typeface="Tahoma"/>
              <a:buNone/>
              <a:defRPr b="0" i="0" sz="1400" u="none">
                <a:solidFill>
                  <a:schemeClr val="lt2"/>
                </a:solidFill>
                <a:latin typeface="Tahoma"/>
                <a:ea typeface="Tahoma"/>
                <a:cs typeface="Tahoma"/>
                <a:sym typeface="Tahoma"/>
              </a:defRPr>
            </a:lvl4pPr>
            <a:lvl5pPr indent="0" lvl="4" marL="0" marR="0" algn="r">
              <a:lnSpc>
                <a:spcPct val="100000"/>
              </a:lnSpc>
              <a:spcBef>
                <a:spcPts val="0"/>
              </a:spcBef>
              <a:spcAft>
                <a:spcPts val="0"/>
              </a:spcAft>
              <a:buClr>
                <a:schemeClr val="lt2"/>
              </a:buClr>
              <a:buSzPts val="1400"/>
              <a:buFont typeface="Tahoma"/>
              <a:buNone/>
              <a:defRPr b="0" i="0" sz="1400" u="none">
                <a:solidFill>
                  <a:schemeClr val="lt2"/>
                </a:solidFill>
                <a:latin typeface="Tahoma"/>
                <a:ea typeface="Tahoma"/>
                <a:cs typeface="Tahoma"/>
                <a:sym typeface="Tahoma"/>
              </a:defRPr>
            </a:lvl5pPr>
            <a:lvl6pPr indent="0" lvl="5" marL="0" marR="0" algn="r">
              <a:lnSpc>
                <a:spcPct val="100000"/>
              </a:lnSpc>
              <a:spcBef>
                <a:spcPts val="0"/>
              </a:spcBef>
              <a:spcAft>
                <a:spcPts val="0"/>
              </a:spcAft>
              <a:buClr>
                <a:schemeClr val="lt2"/>
              </a:buClr>
              <a:buSzPts val="1400"/>
              <a:buFont typeface="Tahoma"/>
              <a:buNone/>
              <a:defRPr b="0" i="0" sz="1400" u="none">
                <a:solidFill>
                  <a:schemeClr val="lt2"/>
                </a:solidFill>
                <a:latin typeface="Tahoma"/>
                <a:ea typeface="Tahoma"/>
                <a:cs typeface="Tahoma"/>
                <a:sym typeface="Tahoma"/>
              </a:defRPr>
            </a:lvl6pPr>
            <a:lvl7pPr indent="0" lvl="6" marL="0" marR="0" algn="r">
              <a:lnSpc>
                <a:spcPct val="100000"/>
              </a:lnSpc>
              <a:spcBef>
                <a:spcPts val="0"/>
              </a:spcBef>
              <a:spcAft>
                <a:spcPts val="0"/>
              </a:spcAft>
              <a:buClr>
                <a:schemeClr val="lt2"/>
              </a:buClr>
              <a:buSzPts val="1400"/>
              <a:buFont typeface="Tahoma"/>
              <a:buNone/>
              <a:defRPr b="0" i="0" sz="1400" u="none">
                <a:solidFill>
                  <a:schemeClr val="lt2"/>
                </a:solidFill>
                <a:latin typeface="Tahoma"/>
                <a:ea typeface="Tahoma"/>
                <a:cs typeface="Tahoma"/>
                <a:sym typeface="Tahoma"/>
              </a:defRPr>
            </a:lvl7pPr>
            <a:lvl8pPr indent="0" lvl="7" marL="0" marR="0" algn="r">
              <a:lnSpc>
                <a:spcPct val="100000"/>
              </a:lnSpc>
              <a:spcBef>
                <a:spcPts val="0"/>
              </a:spcBef>
              <a:spcAft>
                <a:spcPts val="0"/>
              </a:spcAft>
              <a:buClr>
                <a:schemeClr val="lt2"/>
              </a:buClr>
              <a:buSzPts val="1400"/>
              <a:buFont typeface="Tahoma"/>
              <a:buNone/>
              <a:defRPr b="0" i="0" sz="1400" u="none">
                <a:solidFill>
                  <a:schemeClr val="lt2"/>
                </a:solidFill>
                <a:latin typeface="Tahoma"/>
                <a:ea typeface="Tahoma"/>
                <a:cs typeface="Tahoma"/>
                <a:sym typeface="Tahoma"/>
              </a:defRPr>
            </a:lvl8pPr>
            <a:lvl9pPr indent="0" lvl="8" marL="0" marR="0" algn="r">
              <a:lnSpc>
                <a:spcPct val="100000"/>
              </a:lnSpc>
              <a:spcBef>
                <a:spcPts val="0"/>
              </a:spcBef>
              <a:spcAft>
                <a:spcPts val="0"/>
              </a:spcAft>
              <a:buClr>
                <a:schemeClr val="lt2"/>
              </a:buClr>
              <a:buSzPts val="1400"/>
              <a:buFont typeface="Tahoma"/>
              <a:buNone/>
              <a:defRPr b="0" i="0" sz="1400" u="none">
                <a:solidFill>
                  <a:schemeClr val="lt2"/>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35"/>
          <p:cNvSpPr txBox="1"/>
          <p:nvPr>
            <p:ph idx="12" type="sldNum"/>
          </p:nvPr>
        </p:nvSpPr>
        <p:spPr>
          <a:xfrm>
            <a:off x="0" y="6400800"/>
            <a:ext cx="1905000" cy="457200"/>
          </a:xfrm>
          <a:prstGeom prst="rect">
            <a:avLst/>
          </a:prstGeom>
          <a:noFill/>
          <a:ln>
            <a:noFill/>
          </a:ln>
        </p:spPr>
        <p:txBody>
          <a:bodyPr anchorCtr="0" anchor="b" bIns="45700" lIns="91425" spcFirstLastPara="1" rIns="91425" wrap="square" tIns="45700">
            <a:noAutofit/>
          </a:bodyPr>
          <a:lstStyle>
            <a:lvl1pPr indent="0" lvl="0" marL="0" marR="0" rtl="0" algn="l">
              <a:lnSpc>
                <a:spcPct val="100000"/>
              </a:lnSpc>
              <a:spcBef>
                <a:spcPts val="0"/>
              </a:spcBef>
              <a:spcAft>
                <a:spcPts val="0"/>
              </a:spcAft>
              <a:buClr>
                <a:schemeClr val="dk1"/>
              </a:buClr>
              <a:buSzPts val="2000"/>
              <a:buFont typeface="Arial"/>
              <a:buNone/>
              <a:defRPr b="1" i="0" sz="2000" u="none" cap="none" strike="noStrike">
                <a:solidFill>
                  <a:schemeClr val="dk1"/>
                </a:solidFill>
                <a:latin typeface="Arial"/>
                <a:ea typeface="Arial"/>
                <a:cs typeface="Arial"/>
                <a:sym typeface="Arial"/>
              </a:defRPr>
            </a:lvl1pPr>
            <a:lvl2pPr indent="0" lvl="1" marL="0" marR="0" rtl="0" algn="l">
              <a:lnSpc>
                <a:spcPct val="100000"/>
              </a:lnSpc>
              <a:spcBef>
                <a:spcPts val="0"/>
              </a:spcBef>
              <a:spcAft>
                <a:spcPts val="0"/>
              </a:spcAft>
              <a:buClr>
                <a:schemeClr val="dk1"/>
              </a:buClr>
              <a:buSzPts val="2000"/>
              <a:buFont typeface="Arial"/>
              <a:buNone/>
              <a:defRPr b="1" i="0" sz="2000" u="none" cap="none" strike="noStrike">
                <a:solidFill>
                  <a:schemeClr val="dk1"/>
                </a:solidFill>
                <a:latin typeface="Arial"/>
                <a:ea typeface="Arial"/>
                <a:cs typeface="Arial"/>
                <a:sym typeface="Arial"/>
              </a:defRPr>
            </a:lvl2pPr>
            <a:lvl3pPr indent="0" lvl="2" marL="0" marR="0" rtl="0" algn="l">
              <a:lnSpc>
                <a:spcPct val="100000"/>
              </a:lnSpc>
              <a:spcBef>
                <a:spcPts val="0"/>
              </a:spcBef>
              <a:spcAft>
                <a:spcPts val="0"/>
              </a:spcAft>
              <a:buClr>
                <a:schemeClr val="dk1"/>
              </a:buClr>
              <a:buSzPts val="2000"/>
              <a:buFont typeface="Arial"/>
              <a:buNone/>
              <a:defRPr b="1" i="0" sz="2000" u="none" cap="none" strike="noStrike">
                <a:solidFill>
                  <a:schemeClr val="dk1"/>
                </a:solidFill>
                <a:latin typeface="Arial"/>
                <a:ea typeface="Arial"/>
                <a:cs typeface="Arial"/>
                <a:sym typeface="Arial"/>
              </a:defRPr>
            </a:lvl3pPr>
            <a:lvl4pPr indent="0" lvl="3" marL="0" marR="0" rtl="0" algn="l">
              <a:lnSpc>
                <a:spcPct val="100000"/>
              </a:lnSpc>
              <a:spcBef>
                <a:spcPts val="0"/>
              </a:spcBef>
              <a:spcAft>
                <a:spcPts val="0"/>
              </a:spcAft>
              <a:buClr>
                <a:schemeClr val="dk1"/>
              </a:buClr>
              <a:buSzPts val="2000"/>
              <a:buFont typeface="Arial"/>
              <a:buNone/>
              <a:defRPr b="1" i="0" sz="2000" u="none" cap="none" strike="noStrike">
                <a:solidFill>
                  <a:schemeClr val="dk1"/>
                </a:solidFill>
                <a:latin typeface="Arial"/>
                <a:ea typeface="Arial"/>
                <a:cs typeface="Arial"/>
                <a:sym typeface="Arial"/>
              </a:defRPr>
            </a:lvl4pPr>
            <a:lvl5pPr indent="0" lvl="4" marL="0" marR="0" rtl="0" algn="l">
              <a:lnSpc>
                <a:spcPct val="100000"/>
              </a:lnSpc>
              <a:spcBef>
                <a:spcPts val="0"/>
              </a:spcBef>
              <a:spcAft>
                <a:spcPts val="0"/>
              </a:spcAft>
              <a:buClr>
                <a:schemeClr val="dk1"/>
              </a:buClr>
              <a:buSzPts val="2000"/>
              <a:buFont typeface="Arial"/>
              <a:buNone/>
              <a:defRPr b="1" i="0" sz="2000" u="none" cap="none" strike="noStrike">
                <a:solidFill>
                  <a:schemeClr val="dk1"/>
                </a:solidFill>
                <a:latin typeface="Arial"/>
                <a:ea typeface="Arial"/>
                <a:cs typeface="Arial"/>
                <a:sym typeface="Arial"/>
              </a:defRPr>
            </a:lvl5pPr>
            <a:lvl6pPr indent="0" lvl="5" marL="0" marR="0" rtl="0" algn="l">
              <a:lnSpc>
                <a:spcPct val="100000"/>
              </a:lnSpc>
              <a:spcBef>
                <a:spcPts val="0"/>
              </a:spcBef>
              <a:spcAft>
                <a:spcPts val="0"/>
              </a:spcAft>
              <a:buClr>
                <a:schemeClr val="dk1"/>
              </a:buClr>
              <a:buSzPts val="2000"/>
              <a:buFont typeface="Arial"/>
              <a:buNone/>
              <a:defRPr b="1" i="0" sz="2000" u="none" cap="none" strike="noStrike">
                <a:solidFill>
                  <a:schemeClr val="dk1"/>
                </a:solidFill>
                <a:latin typeface="Arial"/>
                <a:ea typeface="Arial"/>
                <a:cs typeface="Arial"/>
                <a:sym typeface="Arial"/>
              </a:defRPr>
            </a:lvl6pPr>
            <a:lvl7pPr indent="0" lvl="6" marL="0" marR="0" rtl="0" algn="l">
              <a:lnSpc>
                <a:spcPct val="100000"/>
              </a:lnSpc>
              <a:spcBef>
                <a:spcPts val="0"/>
              </a:spcBef>
              <a:spcAft>
                <a:spcPts val="0"/>
              </a:spcAft>
              <a:buClr>
                <a:schemeClr val="dk1"/>
              </a:buClr>
              <a:buSzPts val="2000"/>
              <a:buFont typeface="Arial"/>
              <a:buNone/>
              <a:defRPr b="1" i="0" sz="2000" u="none" cap="none" strike="noStrike">
                <a:solidFill>
                  <a:schemeClr val="dk1"/>
                </a:solidFill>
                <a:latin typeface="Arial"/>
                <a:ea typeface="Arial"/>
                <a:cs typeface="Arial"/>
                <a:sym typeface="Arial"/>
              </a:defRPr>
            </a:lvl7pPr>
            <a:lvl8pPr indent="0" lvl="7" marL="0" marR="0" rtl="0" algn="l">
              <a:lnSpc>
                <a:spcPct val="100000"/>
              </a:lnSpc>
              <a:spcBef>
                <a:spcPts val="0"/>
              </a:spcBef>
              <a:spcAft>
                <a:spcPts val="0"/>
              </a:spcAft>
              <a:buClr>
                <a:schemeClr val="dk1"/>
              </a:buClr>
              <a:buSzPts val="2000"/>
              <a:buFont typeface="Arial"/>
              <a:buNone/>
              <a:defRPr b="1" i="0" sz="2000" u="none" cap="none" strike="noStrike">
                <a:solidFill>
                  <a:schemeClr val="dk1"/>
                </a:solidFill>
                <a:latin typeface="Arial"/>
                <a:ea typeface="Arial"/>
                <a:cs typeface="Arial"/>
                <a:sym typeface="Arial"/>
              </a:defRPr>
            </a:lvl8pPr>
            <a:lvl9pPr indent="0" lvl="8" marL="0" marR="0" rtl="0" algn="l">
              <a:lnSpc>
                <a:spcPct val="100000"/>
              </a:lnSpc>
              <a:spcBef>
                <a:spcPts val="0"/>
              </a:spcBef>
              <a:spcAft>
                <a:spcPts val="0"/>
              </a:spcAft>
              <a:buClr>
                <a:schemeClr val="dk1"/>
              </a:buClr>
              <a:buSzPts val="2000"/>
              <a:buFont typeface="Arial"/>
              <a:buNone/>
              <a:defRPr b="1" i="0" sz="20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r>
              <a:rPr lang="en-US"/>
              <a:t>3.</a:t>
            </a:r>
            <a:fld id="{00000000-1234-1234-1234-123412341234}" type="slidenum">
              <a:rPr lang="en-US"/>
              <a:t>‹#›</a:t>
            </a:fld>
            <a:endParaRPr b="0" sz="1400">
              <a:solidFill>
                <a:srgbClr val="000000"/>
              </a:solidFill>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7" name="Shape 57"/>
        <p:cNvGrpSpPr/>
        <p:nvPr/>
      </p:nvGrpSpPr>
      <p:grpSpPr>
        <a:xfrm>
          <a:off x="0" y="0"/>
          <a:ext cx="0" cy="0"/>
          <a:chOff x="0" y="0"/>
          <a:chExt cx="0" cy="0"/>
        </a:xfrm>
      </p:grpSpPr>
      <p:grpSp>
        <p:nvGrpSpPr>
          <p:cNvPr id="58" name="Google Shape;58;p47"/>
          <p:cNvGrpSpPr/>
          <p:nvPr/>
        </p:nvGrpSpPr>
        <p:grpSpPr>
          <a:xfrm>
            <a:off x="0" y="2438400"/>
            <a:ext cx="9009062" cy="1052512"/>
            <a:chOff x="0" y="1536"/>
            <a:chExt cx="5675" cy="663"/>
          </a:xfrm>
        </p:grpSpPr>
        <p:grpSp>
          <p:nvGrpSpPr>
            <p:cNvPr id="59" name="Google Shape;59;p47"/>
            <p:cNvGrpSpPr/>
            <p:nvPr/>
          </p:nvGrpSpPr>
          <p:grpSpPr>
            <a:xfrm>
              <a:off x="183" y="1604"/>
              <a:ext cx="448" cy="299"/>
              <a:chOff x="720" y="336"/>
              <a:chExt cx="624" cy="432"/>
            </a:xfrm>
          </p:grpSpPr>
          <p:sp>
            <p:nvSpPr>
              <p:cNvPr id="60" name="Google Shape;60;p47"/>
              <p:cNvSpPr txBox="1"/>
              <p:nvPr/>
            </p:nvSpPr>
            <p:spPr>
              <a:xfrm>
                <a:off x="720" y="336"/>
                <a:ext cx="384" cy="43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1" sz="2800" u="none">
                  <a:solidFill>
                    <a:schemeClr val="dk1"/>
                  </a:solidFill>
                  <a:latin typeface="Times New Roman"/>
                  <a:ea typeface="Times New Roman"/>
                  <a:cs typeface="Times New Roman"/>
                  <a:sym typeface="Times New Roman"/>
                </a:endParaRPr>
              </a:p>
            </p:txBody>
          </p:sp>
          <p:sp>
            <p:nvSpPr>
              <p:cNvPr id="61" name="Google Shape;61;p47"/>
              <p:cNvSpPr txBox="1"/>
              <p:nvPr/>
            </p:nvSpPr>
            <p:spPr>
              <a:xfrm>
                <a:off x="1056" y="336"/>
                <a:ext cx="288" cy="43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1" sz="2800" u="none">
                  <a:solidFill>
                    <a:schemeClr val="dk1"/>
                  </a:solidFill>
                  <a:latin typeface="Times New Roman"/>
                  <a:ea typeface="Times New Roman"/>
                  <a:cs typeface="Times New Roman"/>
                  <a:sym typeface="Times New Roman"/>
                </a:endParaRPr>
              </a:p>
            </p:txBody>
          </p:sp>
        </p:grpSp>
        <p:grpSp>
          <p:nvGrpSpPr>
            <p:cNvPr id="62" name="Google Shape;62;p47"/>
            <p:cNvGrpSpPr/>
            <p:nvPr/>
          </p:nvGrpSpPr>
          <p:grpSpPr>
            <a:xfrm>
              <a:off x="261" y="1870"/>
              <a:ext cx="465" cy="299"/>
              <a:chOff x="912" y="2640"/>
              <a:chExt cx="672" cy="432"/>
            </a:xfrm>
          </p:grpSpPr>
          <p:sp>
            <p:nvSpPr>
              <p:cNvPr id="63" name="Google Shape;63;p47"/>
              <p:cNvSpPr txBox="1"/>
              <p:nvPr/>
            </p:nvSpPr>
            <p:spPr>
              <a:xfrm>
                <a:off x="912" y="2640"/>
                <a:ext cx="384" cy="43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1" sz="2800" u="none">
                  <a:solidFill>
                    <a:schemeClr val="dk1"/>
                  </a:solidFill>
                  <a:latin typeface="Times New Roman"/>
                  <a:ea typeface="Times New Roman"/>
                  <a:cs typeface="Times New Roman"/>
                  <a:sym typeface="Times New Roman"/>
                </a:endParaRPr>
              </a:p>
            </p:txBody>
          </p:sp>
          <p:sp>
            <p:nvSpPr>
              <p:cNvPr id="64" name="Google Shape;64;p47"/>
              <p:cNvSpPr txBox="1"/>
              <p:nvPr/>
            </p:nvSpPr>
            <p:spPr>
              <a:xfrm>
                <a:off x="1248" y="2640"/>
                <a:ext cx="336" cy="43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1" sz="2800" u="none">
                  <a:solidFill>
                    <a:schemeClr val="dk1"/>
                  </a:solidFill>
                  <a:latin typeface="Times New Roman"/>
                  <a:ea typeface="Times New Roman"/>
                  <a:cs typeface="Times New Roman"/>
                  <a:sym typeface="Times New Roman"/>
                </a:endParaRPr>
              </a:p>
            </p:txBody>
          </p:sp>
        </p:grpSp>
        <p:sp>
          <p:nvSpPr>
            <p:cNvPr id="65" name="Google Shape;65;p47"/>
            <p:cNvSpPr txBox="1"/>
            <p:nvPr/>
          </p:nvSpPr>
          <p:spPr>
            <a:xfrm>
              <a:off x="0" y="1824"/>
              <a:ext cx="353" cy="266"/>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1" sz="2800" u="none">
                <a:solidFill>
                  <a:schemeClr val="dk1"/>
                </a:solidFill>
                <a:latin typeface="Times New Roman"/>
                <a:ea typeface="Times New Roman"/>
                <a:cs typeface="Times New Roman"/>
                <a:sym typeface="Times New Roman"/>
              </a:endParaRPr>
            </a:p>
          </p:txBody>
        </p:sp>
        <p:sp>
          <p:nvSpPr>
            <p:cNvPr id="66" name="Google Shape;66;p47"/>
            <p:cNvSpPr txBox="1"/>
            <p:nvPr/>
          </p:nvSpPr>
          <p:spPr>
            <a:xfrm>
              <a:off x="400" y="1536"/>
              <a:ext cx="20" cy="663"/>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1" sz="2800" u="none">
                <a:solidFill>
                  <a:schemeClr val="dk1"/>
                </a:solidFill>
                <a:latin typeface="Times New Roman"/>
                <a:ea typeface="Times New Roman"/>
                <a:cs typeface="Times New Roman"/>
                <a:sym typeface="Times New Roman"/>
              </a:endParaRPr>
            </a:p>
          </p:txBody>
        </p:sp>
        <p:sp>
          <p:nvSpPr>
            <p:cNvPr id="67" name="Google Shape;67;p47"/>
            <p:cNvSpPr txBox="1"/>
            <p:nvPr/>
          </p:nvSpPr>
          <p:spPr>
            <a:xfrm flipH="1" rot="10800000">
              <a:off x="199" y="2054"/>
              <a:ext cx="5476" cy="35"/>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1" sz="2800" u="none">
                <a:solidFill>
                  <a:schemeClr val="dk1"/>
                </a:solidFill>
                <a:latin typeface="Times New Roman"/>
                <a:ea typeface="Times New Roman"/>
                <a:cs typeface="Times New Roman"/>
                <a:sym typeface="Times New Roman"/>
              </a:endParaRPr>
            </a:p>
          </p:txBody>
        </p:sp>
      </p:grpSp>
      <p:sp>
        <p:nvSpPr>
          <p:cNvPr id="68" name="Google Shape;68;p47"/>
          <p:cNvSpPr txBox="1"/>
          <p:nvPr/>
        </p:nvSpPr>
        <p:spPr>
          <a:xfrm>
            <a:off x="0" y="6553200"/>
            <a:ext cx="2209800"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McGraw-Hill</a:t>
            </a:r>
            <a:endParaRPr/>
          </a:p>
        </p:txBody>
      </p:sp>
      <p:sp>
        <p:nvSpPr>
          <p:cNvPr id="69" name="Google Shape;69;p47"/>
          <p:cNvSpPr txBox="1"/>
          <p:nvPr/>
        </p:nvSpPr>
        <p:spPr>
          <a:xfrm>
            <a:off x="4572000" y="6553200"/>
            <a:ext cx="4572000" cy="304800"/>
          </a:xfrm>
          <a:prstGeom prst="rect">
            <a:avLst/>
          </a:prstGeom>
          <a:noFill/>
          <a:ln>
            <a:noFill/>
          </a:ln>
        </p:spPr>
        <p:txBody>
          <a:bodyPr anchorCtr="0" anchor="t" bIns="45700" lIns="91425" spcFirstLastPara="1" rIns="91425" wrap="square" tIns="45700">
            <a:spAutoFit/>
          </a:bodyPr>
          <a:lstStyle/>
          <a:p>
            <a:pPr indent="-88900" lvl="0" marL="0" marR="0" rtl="0" algn="r">
              <a:lnSpc>
                <a:spcPct val="100000"/>
              </a:lnSpc>
              <a:spcBef>
                <a:spcPts val="0"/>
              </a:spcBef>
              <a:spcAft>
                <a:spcPts val="0"/>
              </a:spcAft>
              <a:buClr>
                <a:schemeClr val="dk1"/>
              </a:buClr>
              <a:buSzPts val="1400"/>
              <a:buFont typeface="Arial"/>
              <a:buChar char="©"/>
            </a:pPr>
            <a:r>
              <a:rPr b="0" i="0" lang="en-US" sz="1400" u="none">
                <a:solidFill>
                  <a:schemeClr val="dk1"/>
                </a:solidFill>
                <a:latin typeface="Arial"/>
                <a:ea typeface="Arial"/>
                <a:cs typeface="Arial"/>
                <a:sym typeface="Arial"/>
              </a:rPr>
              <a:t>The McGraw-Hill Companies, Inc., 2000</a:t>
            </a:r>
            <a:endParaRPr/>
          </a:p>
        </p:txBody>
      </p:sp>
      <p:sp>
        <p:nvSpPr>
          <p:cNvPr id="70" name="Google Shape;70;p47"/>
          <p:cNvSpPr txBox="1"/>
          <p:nvPr>
            <p:ph idx="10" type="dt"/>
          </p:nvPr>
        </p:nvSpPr>
        <p:spPr>
          <a:xfrm>
            <a:off x="990600" y="6248400"/>
            <a:ext cx="19050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1" baseline="-25000" i="1" sz="2800" u="non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1" baseline="-25000" i="1" sz="28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1" baseline="-25000" i="1" sz="28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1" baseline="-25000" i="1" sz="28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1" baseline="-25000" i="1" sz="28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1" baseline="-25000" i="1" sz="28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1" baseline="-25000" i="1" sz="28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1" baseline="-25000" i="1" sz="28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1" baseline="-25000" i="1" sz="2800" u="none" cap="none" strike="noStrike">
                <a:solidFill>
                  <a:schemeClr val="dk1"/>
                </a:solidFill>
                <a:latin typeface="Times New Roman"/>
                <a:ea typeface="Times New Roman"/>
                <a:cs typeface="Times New Roman"/>
                <a:sym typeface="Times New Roman"/>
              </a:defRPr>
            </a:lvl9pPr>
          </a:lstStyle>
          <a:p/>
        </p:txBody>
      </p:sp>
      <p:sp>
        <p:nvSpPr>
          <p:cNvPr id="71" name="Google Shape;71;p47"/>
          <p:cNvSpPr txBox="1"/>
          <p:nvPr>
            <p:ph idx="11" type="ftr"/>
          </p:nvPr>
        </p:nvSpPr>
        <p:spPr>
          <a:xfrm>
            <a:off x="3429000" y="6248400"/>
            <a:ext cx="2895600" cy="457200"/>
          </a:xfrm>
          <a:prstGeom prst="rect">
            <a:avLst/>
          </a:prstGeom>
          <a:noFill/>
          <a:ln>
            <a:noFill/>
          </a:ln>
        </p:spPr>
        <p:txBody>
          <a:bodyPr anchorCtr="0" anchor="b" bIns="45700" lIns="91425" spcFirstLastPara="1" rIns="91425" wrap="square" tIns="45700">
            <a:noAutofit/>
          </a:bodyPr>
          <a:lstStyle>
            <a:lvl1pPr lvl="0" marR="0" rtl="0" algn="ctr">
              <a:lnSpc>
                <a:spcPct val="100000"/>
              </a:lnSpc>
              <a:spcBef>
                <a:spcPts val="0"/>
              </a:spcBef>
              <a:spcAft>
                <a:spcPts val="0"/>
              </a:spcAft>
              <a:buSzPts val="1400"/>
              <a:buNone/>
              <a:defRPr b="0" i="0" sz="1400" u="none">
                <a:solidFill>
                  <a:schemeClr val="lt2"/>
                </a:solidFill>
                <a:latin typeface="Tahoma"/>
                <a:ea typeface="Tahoma"/>
                <a:cs typeface="Tahoma"/>
                <a:sym typeface="Tahoma"/>
              </a:defRPr>
            </a:lvl1pPr>
            <a:lvl2pPr lvl="1" marR="0" rtl="0" algn="l">
              <a:lnSpc>
                <a:spcPct val="100000"/>
              </a:lnSpc>
              <a:spcBef>
                <a:spcPts val="0"/>
              </a:spcBef>
              <a:spcAft>
                <a:spcPts val="0"/>
              </a:spcAft>
              <a:buSzPts val="1400"/>
              <a:buNone/>
              <a:defRPr b="1" baseline="-25000" i="1" sz="28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1" baseline="-25000" i="1" sz="28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1" baseline="-25000" i="1" sz="28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1" baseline="-25000" i="1" sz="28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1" baseline="-25000" i="1" sz="28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1" baseline="-25000" i="1" sz="28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1" baseline="-25000" i="1" sz="28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1" baseline="-25000" i="1" sz="2800" u="none" cap="none" strike="noStrike">
                <a:solidFill>
                  <a:schemeClr val="dk1"/>
                </a:solidFill>
                <a:latin typeface="Times New Roman"/>
                <a:ea typeface="Times New Roman"/>
                <a:cs typeface="Times New Roman"/>
                <a:sym typeface="Times New Roman"/>
              </a:defRPr>
            </a:lvl9pPr>
          </a:lstStyle>
          <a:p/>
        </p:txBody>
      </p:sp>
      <p:sp>
        <p:nvSpPr>
          <p:cNvPr id="72" name="Google Shape;72;p47"/>
          <p:cNvSpPr txBox="1"/>
          <p:nvPr>
            <p:ph idx="12" type="sldNum"/>
          </p:nvPr>
        </p:nvSpPr>
        <p:spPr>
          <a:xfrm>
            <a:off x="6858000" y="6248400"/>
            <a:ext cx="1905000" cy="457200"/>
          </a:xfrm>
          <a:prstGeom prst="rect">
            <a:avLst/>
          </a:prstGeom>
          <a:noFill/>
          <a:ln>
            <a:noFill/>
          </a:ln>
        </p:spPr>
        <p:txBody>
          <a:bodyPr anchorCtr="0" anchor="b" bIns="45700" lIns="91425" spcFirstLastPara="1" rIns="91425" wrap="square" tIns="45700">
            <a:noAutofit/>
          </a:bodyPr>
          <a:lstStyle>
            <a:lvl1pPr indent="0" lvl="0" marL="0" marR="0" rtl="0" algn="r">
              <a:lnSpc>
                <a:spcPct val="100000"/>
              </a:lnSpc>
              <a:spcBef>
                <a:spcPts val="0"/>
              </a:spcBef>
              <a:spcAft>
                <a:spcPts val="0"/>
              </a:spcAft>
              <a:buClr>
                <a:schemeClr val="lt2"/>
              </a:buClr>
              <a:buSzPts val="1400"/>
              <a:buFont typeface="Tahoma"/>
              <a:buNone/>
              <a:defRPr b="0" i="0" sz="1400" u="none">
                <a:solidFill>
                  <a:schemeClr val="lt2"/>
                </a:solidFill>
                <a:latin typeface="Tahoma"/>
                <a:ea typeface="Tahoma"/>
                <a:cs typeface="Tahoma"/>
                <a:sym typeface="Tahoma"/>
              </a:defRPr>
            </a:lvl1pPr>
            <a:lvl2pPr indent="0" lvl="1" marL="0" marR="0" rtl="0" algn="r">
              <a:lnSpc>
                <a:spcPct val="100000"/>
              </a:lnSpc>
              <a:spcBef>
                <a:spcPts val="0"/>
              </a:spcBef>
              <a:spcAft>
                <a:spcPts val="0"/>
              </a:spcAft>
              <a:buClr>
                <a:schemeClr val="lt2"/>
              </a:buClr>
              <a:buSzPts val="1400"/>
              <a:buFont typeface="Tahoma"/>
              <a:buNone/>
              <a:defRPr b="0" i="0" sz="1400" u="none">
                <a:solidFill>
                  <a:schemeClr val="lt2"/>
                </a:solidFill>
                <a:latin typeface="Tahoma"/>
                <a:ea typeface="Tahoma"/>
                <a:cs typeface="Tahoma"/>
                <a:sym typeface="Tahoma"/>
              </a:defRPr>
            </a:lvl2pPr>
            <a:lvl3pPr indent="0" lvl="2" marL="0" marR="0" rtl="0" algn="r">
              <a:lnSpc>
                <a:spcPct val="100000"/>
              </a:lnSpc>
              <a:spcBef>
                <a:spcPts val="0"/>
              </a:spcBef>
              <a:spcAft>
                <a:spcPts val="0"/>
              </a:spcAft>
              <a:buClr>
                <a:schemeClr val="lt2"/>
              </a:buClr>
              <a:buSzPts val="1400"/>
              <a:buFont typeface="Tahoma"/>
              <a:buNone/>
              <a:defRPr b="0" i="0" sz="1400" u="none">
                <a:solidFill>
                  <a:schemeClr val="lt2"/>
                </a:solidFill>
                <a:latin typeface="Tahoma"/>
                <a:ea typeface="Tahoma"/>
                <a:cs typeface="Tahoma"/>
                <a:sym typeface="Tahoma"/>
              </a:defRPr>
            </a:lvl3pPr>
            <a:lvl4pPr indent="0" lvl="3" marL="0" marR="0" rtl="0" algn="r">
              <a:lnSpc>
                <a:spcPct val="100000"/>
              </a:lnSpc>
              <a:spcBef>
                <a:spcPts val="0"/>
              </a:spcBef>
              <a:spcAft>
                <a:spcPts val="0"/>
              </a:spcAft>
              <a:buClr>
                <a:schemeClr val="lt2"/>
              </a:buClr>
              <a:buSzPts val="1400"/>
              <a:buFont typeface="Tahoma"/>
              <a:buNone/>
              <a:defRPr b="0" i="0" sz="1400" u="none">
                <a:solidFill>
                  <a:schemeClr val="lt2"/>
                </a:solidFill>
                <a:latin typeface="Tahoma"/>
                <a:ea typeface="Tahoma"/>
                <a:cs typeface="Tahoma"/>
                <a:sym typeface="Tahoma"/>
              </a:defRPr>
            </a:lvl4pPr>
            <a:lvl5pPr indent="0" lvl="4" marL="0" marR="0" rtl="0" algn="r">
              <a:lnSpc>
                <a:spcPct val="100000"/>
              </a:lnSpc>
              <a:spcBef>
                <a:spcPts val="0"/>
              </a:spcBef>
              <a:spcAft>
                <a:spcPts val="0"/>
              </a:spcAft>
              <a:buClr>
                <a:schemeClr val="lt2"/>
              </a:buClr>
              <a:buSzPts val="1400"/>
              <a:buFont typeface="Tahoma"/>
              <a:buNone/>
              <a:defRPr b="0" i="0" sz="1400" u="none">
                <a:solidFill>
                  <a:schemeClr val="lt2"/>
                </a:solidFill>
                <a:latin typeface="Tahoma"/>
                <a:ea typeface="Tahoma"/>
                <a:cs typeface="Tahoma"/>
                <a:sym typeface="Tahoma"/>
              </a:defRPr>
            </a:lvl5pPr>
            <a:lvl6pPr indent="0" lvl="5" marL="0" marR="0" rtl="0" algn="r">
              <a:lnSpc>
                <a:spcPct val="100000"/>
              </a:lnSpc>
              <a:spcBef>
                <a:spcPts val="0"/>
              </a:spcBef>
              <a:spcAft>
                <a:spcPts val="0"/>
              </a:spcAft>
              <a:buClr>
                <a:schemeClr val="lt2"/>
              </a:buClr>
              <a:buSzPts val="1400"/>
              <a:buFont typeface="Tahoma"/>
              <a:buNone/>
              <a:defRPr b="0" i="0" sz="1400" u="none">
                <a:solidFill>
                  <a:schemeClr val="lt2"/>
                </a:solidFill>
                <a:latin typeface="Tahoma"/>
                <a:ea typeface="Tahoma"/>
                <a:cs typeface="Tahoma"/>
                <a:sym typeface="Tahoma"/>
              </a:defRPr>
            </a:lvl6pPr>
            <a:lvl7pPr indent="0" lvl="6" marL="0" marR="0" rtl="0" algn="r">
              <a:lnSpc>
                <a:spcPct val="100000"/>
              </a:lnSpc>
              <a:spcBef>
                <a:spcPts val="0"/>
              </a:spcBef>
              <a:spcAft>
                <a:spcPts val="0"/>
              </a:spcAft>
              <a:buClr>
                <a:schemeClr val="lt2"/>
              </a:buClr>
              <a:buSzPts val="1400"/>
              <a:buFont typeface="Tahoma"/>
              <a:buNone/>
              <a:defRPr b="0" i="0" sz="1400" u="none">
                <a:solidFill>
                  <a:schemeClr val="lt2"/>
                </a:solidFill>
                <a:latin typeface="Tahoma"/>
                <a:ea typeface="Tahoma"/>
                <a:cs typeface="Tahoma"/>
                <a:sym typeface="Tahoma"/>
              </a:defRPr>
            </a:lvl7pPr>
            <a:lvl8pPr indent="0" lvl="7" marL="0" marR="0" rtl="0" algn="r">
              <a:lnSpc>
                <a:spcPct val="100000"/>
              </a:lnSpc>
              <a:spcBef>
                <a:spcPts val="0"/>
              </a:spcBef>
              <a:spcAft>
                <a:spcPts val="0"/>
              </a:spcAft>
              <a:buClr>
                <a:schemeClr val="lt2"/>
              </a:buClr>
              <a:buSzPts val="1400"/>
              <a:buFont typeface="Tahoma"/>
              <a:buNone/>
              <a:defRPr b="0" i="0" sz="1400" u="none">
                <a:solidFill>
                  <a:schemeClr val="lt2"/>
                </a:solidFill>
                <a:latin typeface="Tahoma"/>
                <a:ea typeface="Tahoma"/>
                <a:cs typeface="Tahoma"/>
                <a:sym typeface="Tahoma"/>
              </a:defRPr>
            </a:lvl8pPr>
            <a:lvl9pPr indent="0" lvl="8" marL="0" marR="0" rtl="0" algn="r">
              <a:lnSpc>
                <a:spcPct val="100000"/>
              </a:lnSpc>
              <a:spcBef>
                <a:spcPts val="0"/>
              </a:spcBef>
              <a:spcAft>
                <a:spcPts val="0"/>
              </a:spcAft>
              <a:buClr>
                <a:schemeClr val="lt2"/>
              </a:buClr>
              <a:buSzPts val="1400"/>
              <a:buFont typeface="Tahoma"/>
              <a:buNone/>
              <a:defRPr b="0" i="0" sz="1400" u="none">
                <a:solidFill>
                  <a:schemeClr val="lt2"/>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61"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8.png"/><Relationship Id="rId4" Type="http://schemas.openxmlformats.org/officeDocument/2006/relationships/image" Target="../media/image2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2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2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2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2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24.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2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3.</a:t>
            </a:r>
            <a:fld id="{00000000-1234-1234-1234-123412341234}" type="slidenum">
              <a:rPr b="1" i="0" lang="en-US" sz="2000" u="none" cap="none" strike="noStrike">
                <a:solidFill>
                  <a:schemeClr val="dk1"/>
                </a:solidFill>
                <a:latin typeface="Arial"/>
                <a:ea typeface="Arial"/>
                <a:cs typeface="Arial"/>
                <a:sym typeface="Arial"/>
              </a:rPr>
              <a:t>‹#›</a:t>
            </a:fld>
            <a:endParaRPr/>
          </a:p>
        </p:txBody>
      </p:sp>
      <p:cxnSp>
        <p:nvCxnSpPr>
          <p:cNvPr id="85" name="Google Shape;85;p1"/>
          <p:cNvCxnSpPr/>
          <p:nvPr/>
        </p:nvCxnSpPr>
        <p:spPr>
          <a:xfrm>
            <a:off x="152400" y="152400"/>
            <a:ext cx="8763000" cy="0"/>
          </a:xfrm>
          <a:prstGeom prst="straightConnector1">
            <a:avLst/>
          </a:prstGeom>
          <a:noFill/>
          <a:ln cap="flat" cmpd="sng" w="76200">
            <a:solidFill>
              <a:schemeClr val="hlink"/>
            </a:solidFill>
            <a:prstDash val="solid"/>
            <a:miter lim="800000"/>
            <a:headEnd len="med" w="med" type="none"/>
            <a:tailEnd len="med" w="med" type="none"/>
          </a:ln>
        </p:spPr>
      </p:cxnSp>
      <p:cxnSp>
        <p:nvCxnSpPr>
          <p:cNvPr id="86" name="Google Shape;86;p1"/>
          <p:cNvCxnSpPr/>
          <p:nvPr/>
        </p:nvCxnSpPr>
        <p:spPr>
          <a:xfrm>
            <a:off x="152400" y="990600"/>
            <a:ext cx="8763000" cy="0"/>
          </a:xfrm>
          <a:prstGeom prst="straightConnector1">
            <a:avLst/>
          </a:prstGeom>
          <a:noFill/>
          <a:ln cap="flat" cmpd="sng" w="19050">
            <a:solidFill>
              <a:schemeClr val="hlink"/>
            </a:solidFill>
            <a:prstDash val="solid"/>
            <a:miter lim="800000"/>
            <a:headEnd len="med" w="med" type="none"/>
            <a:tailEnd len="med" w="med" type="none"/>
          </a:ln>
        </p:spPr>
      </p:cxnSp>
      <p:sp>
        <p:nvSpPr>
          <p:cNvPr id="87" name="Google Shape;87;p1"/>
          <p:cNvSpPr txBox="1"/>
          <p:nvPr/>
        </p:nvSpPr>
        <p:spPr>
          <a:xfrm>
            <a:off x="304800" y="381000"/>
            <a:ext cx="782637" cy="4000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Times New Roman"/>
              <a:buNone/>
            </a:pPr>
            <a:r>
              <a:rPr b="1" i="1" lang="en-US" sz="2000" u="none" cap="none" strike="noStrike">
                <a:solidFill>
                  <a:schemeClr val="dk1"/>
                </a:solidFill>
                <a:latin typeface="Times New Roman"/>
                <a:ea typeface="Times New Roman"/>
                <a:cs typeface="Times New Roman"/>
                <a:sym typeface="Times New Roman"/>
              </a:rPr>
              <a:t>Noise</a:t>
            </a:r>
            <a:endParaRPr/>
          </a:p>
        </p:txBody>
      </p:sp>
      <p:cxnSp>
        <p:nvCxnSpPr>
          <p:cNvPr id="88" name="Google Shape;88;p1"/>
          <p:cNvCxnSpPr/>
          <p:nvPr/>
        </p:nvCxnSpPr>
        <p:spPr>
          <a:xfrm>
            <a:off x="152400" y="6324600"/>
            <a:ext cx="8763000" cy="0"/>
          </a:xfrm>
          <a:prstGeom prst="straightConnector1">
            <a:avLst/>
          </a:prstGeom>
          <a:noFill/>
          <a:ln cap="flat" cmpd="sng" w="76200">
            <a:solidFill>
              <a:schemeClr val="hlink"/>
            </a:solidFill>
            <a:prstDash val="solid"/>
            <a:miter lim="800000"/>
            <a:headEnd len="med" w="med" type="none"/>
            <a:tailEnd len="med" w="med" type="none"/>
          </a:ln>
        </p:spPr>
      </p:cxnSp>
      <p:pic>
        <p:nvPicPr>
          <p:cNvPr id="89" name="Google Shape;89;p1"/>
          <p:cNvPicPr preferRelativeResize="0"/>
          <p:nvPr/>
        </p:nvPicPr>
        <p:blipFill rotWithShape="1">
          <a:blip r:embed="rId3">
            <a:alphaModFix/>
          </a:blip>
          <a:srcRect b="0" l="0" r="0" t="0"/>
          <a:stretch/>
        </p:blipFill>
        <p:spPr>
          <a:xfrm>
            <a:off x="742950" y="2408237"/>
            <a:ext cx="7486650" cy="2697162"/>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2"/>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3.</a:t>
            </a:r>
            <a:fld id="{00000000-1234-1234-1234-123412341234}" type="slidenum">
              <a:rPr b="1" i="0" lang="en-US" sz="2000" u="none" cap="none" strike="noStrike">
                <a:solidFill>
                  <a:schemeClr val="dk1"/>
                </a:solidFill>
                <a:latin typeface="Arial"/>
                <a:ea typeface="Arial"/>
                <a:cs typeface="Arial"/>
                <a:sym typeface="Arial"/>
              </a:rPr>
              <a:t>‹#›</a:t>
            </a:fld>
            <a:endParaRPr/>
          </a:p>
        </p:txBody>
      </p:sp>
      <p:cxnSp>
        <p:nvCxnSpPr>
          <p:cNvPr id="96" name="Google Shape;96;p2"/>
          <p:cNvCxnSpPr/>
          <p:nvPr/>
        </p:nvCxnSpPr>
        <p:spPr>
          <a:xfrm>
            <a:off x="152400" y="152400"/>
            <a:ext cx="8763000" cy="0"/>
          </a:xfrm>
          <a:prstGeom prst="straightConnector1">
            <a:avLst/>
          </a:prstGeom>
          <a:noFill/>
          <a:ln cap="flat" cmpd="sng" w="76200">
            <a:solidFill>
              <a:schemeClr val="hlink"/>
            </a:solidFill>
            <a:prstDash val="solid"/>
            <a:miter lim="800000"/>
            <a:headEnd len="med" w="med" type="none"/>
            <a:tailEnd len="med" w="med" type="none"/>
          </a:ln>
        </p:spPr>
      </p:cxnSp>
      <p:cxnSp>
        <p:nvCxnSpPr>
          <p:cNvPr id="97" name="Google Shape;97;p2"/>
          <p:cNvCxnSpPr/>
          <p:nvPr/>
        </p:nvCxnSpPr>
        <p:spPr>
          <a:xfrm>
            <a:off x="152400" y="990600"/>
            <a:ext cx="8763000" cy="0"/>
          </a:xfrm>
          <a:prstGeom prst="straightConnector1">
            <a:avLst/>
          </a:prstGeom>
          <a:noFill/>
          <a:ln cap="flat" cmpd="sng" w="19050">
            <a:solidFill>
              <a:schemeClr val="hlink"/>
            </a:solidFill>
            <a:prstDash val="solid"/>
            <a:miter lim="800000"/>
            <a:headEnd len="med" w="med" type="none"/>
            <a:tailEnd len="med" w="med" type="none"/>
          </a:ln>
        </p:spPr>
      </p:cxnSp>
      <p:sp>
        <p:nvSpPr>
          <p:cNvPr id="98" name="Google Shape;98;p2"/>
          <p:cNvSpPr txBox="1"/>
          <p:nvPr/>
        </p:nvSpPr>
        <p:spPr>
          <a:xfrm>
            <a:off x="304800" y="381000"/>
            <a:ext cx="782637" cy="4000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Times New Roman"/>
              <a:buNone/>
            </a:pPr>
            <a:r>
              <a:rPr b="1" i="1" lang="en-US" sz="2000" u="none" cap="none" strike="noStrike">
                <a:solidFill>
                  <a:schemeClr val="dk1"/>
                </a:solidFill>
                <a:latin typeface="Times New Roman"/>
                <a:ea typeface="Times New Roman"/>
                <a:cs typeface="Times New Roman"/>
                <a:sym typeface="Times New Roman"/>
              </a:rPr>
              <a:t>Noise</a:t>
            </a:r>
            <a:endParaRPr/>
          </a:p>
        </p:txBody>
      </p:sp>
      <p:cxnSp>
        <p:nvCxnSpPr>
          <p:cNvPr id="99" name="Google Shape;99;p2"/>
          <p:cNvCxnSpPr/>
          <p:nvPr/>
        </p:nvCxnSpPr>
        <p:spPr>
          <a:xfrm>
            <a:off x="152400" y="6324600"/>
            <a:ext cx="8763000" cy="0"/>
          </a:xfrm>
          <a:prstGeom prst="straightConnector1">
            <a:avLst/>
          </a:prstGeom>
          <a:noFill/>
          <a:ln cap="flat" cmpd="sng" w="76200">
            <a:solidFill>
              <a:schemeClr val="hlink"/>
            </a:solidFill>
            <a:prstDash val="solid"/>
            <a:miter lim="800000"/>
            <a:headEnd len="med" w="med" type="none"/>
            <a:tailEnd len="med" w="med" type="none"/>
          </a:ln>
        </p:spPr>
      </p:cxnSp>
      <p:pic>
        <p:nvPicPr>
          <p:cNvPr id="100" name="Google Shape;100;p2"/>
          <p:cNvPicPr preferRelativeResize="0"/>
          <p:nvPr/>
        </p:nvPicPr>
        <p:blipFill rotWithShape="1">
          <a:blip r:embed="rId3">
            <a:alphaModFix/>
          </a:blip>
          <a:srcRect b="0" l="0" r="0" t="0"/>
          <a:stretch/>
        </p:blipFill>
        <p:spPr>
          <a:xfrm>
            <a:off x="1917700" y="1295400"/>
            <a:ext cx="4548187" cy="1438275"/>
          </a:xfrm>
          <a:prstGeom prst="rect">
            <a:avLst/>
          </a:prstGeom>
          <a:noFill/>
          <a:ln>
            <a:noFill/>
          </a:ln>
        </p:spPr>
      </p:pic>
      <p:pic>
        <p:nvPicPr>
          <p:cNvPr id="101" name="Google Shape;101;p2"/>
          <p:cNvPicPr preferRelativeResize="0"/>
          <p:nvPr/>
        </p:nvPicPr>
        <p:blipFill rotWithShape="1">
          <a:blip r:embed="rId4">
            <a:alphaModFix/>
          </a:blip>
          <a:srcRect b="0" l="0" r="0" t="0"/>
          <a:stretch/>
        </p:blipFill>
        <p:spPr>
          <a:xfrm>
            <a:off x="2857500" y="3390900"/>
            <a:ext cx="3608387" cy="14478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3"/>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3.</a:t>
            </a:r>
            <a:fld id="{00000000-1234-1234-1234-123412341234}" type="slidenum">
              <a:rPr b="1" i="0" lang="en-US" sz="2000" u="none" cap="none" strike="noStrike">
                <a:solidFill>
                  <a:schemeClr val="dk1"/>
                </a:solidFill>
                <a:latin typeface="Arial"/>
                <a:ea typeface="Arial"/>
                <a:cs typeface="Arial"/>
                <a:sym typeface="Arial"/>
              </a:rPr>
              <a:t>‹#›</a:t>
            </a:fld>
            <a:endParaRPr/>
          </a:p>
        </p:txBody>
      </p:sp>
      <p:sp>
        <p:nvSpPr>
          <p:cNvPr id="108" name="Google Shape;108;p3"/>
          <p:cNvSpPr txBox="1"/>
          <p:nvPr/>
        </p:nvSpPr>
        <p:spPr>
          <a:xfrm>
            <a:off x="366712" y="350837"/>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1" sz="2800" u="none">
              <a:solidFill>
                <a:schemeClr val="dk1"/>
              </a:solidFill>
              <a:latin typeface="Times New Roman"/>
              <a:ea typeface="Times New Roman"/>
              <a:cs typeface="Times New Roman"/>
              <a:sym typeface="Times New Roman"/>
            </a:endParaRPr>
          </a:p>
        </p:txBody>
      </p:sp>
      <p:sp>
        <p:nvSpPr>
          <p:cNvPr id="109" name="Google Shape;109;p3"/>
          <p:cNvSpPr txBox="1"/>
          <p:nvPr/>
        </p:nvSpPr>
        <p:spPr>
          <a:xfrm>
            <a:off x="749300" y="350837"/>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1" sz="2800" u="none">
              <a:solidFill>
                <a:schemeClr val="dk1"/>
              </a:solidFill>
              <a:latin typeface="Times New Roman"/>
              <a:ea typeface="Times New Roman"/>
              <a:cs typeface="Times New Roman"/>
              <a:sym typeface="Times New Roman"/>
            </a:endParaRPr>
          </a:p>
        </p:txBody>
      </p:sp>
      <p:grpSp>
        <p:nvGrpSpPr>
          <p:cNvPr id="110" name="Google Shape;110;p3"/>
          <p:cNvGrpSpPr/>
          <p:nvPr/>
        </p:nvGrpSpPr>
        <p:grpSpPr>
          <a:xfrm>
            <a:off x="490537" y="773112"/>
            <a:ext cx="738187" cy="474662"/>
            <a:chOff x="309" y="487"/>
            <a:chExt cx="465" cy="299"/>
          </a:xfrm>
        </p:grpSpPr>
        <p:sp>
          <p:nvSpPr>
            <p:cNvPr id="111" name="Google Shape;111;p3"/>
            <p:cNvSpPr txBox="1"/>
            <p:nvPr/>
          </p:nvSpPr>
          <p:spPr>
            <a:xfrm>
              <a:off x="309" y="487"/>
              <a:ext cx="266" cy="299"/>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1" sz="2800" u="none">
                <a:solidFill>
                  <a:schemeClr val="dk1"/>
                </a:solidFill>
                <a:latin typeface="Times New Roman"/>
                <a:ea typeface="Times New Roman"/>
                <a:cs typeface="Times New Roman"/>
                <a:sym typeface="Times New Roman"/>
              </a:endParaRPr>
            </a:p>
          </p:txBody>
        </p:sp>
        <p:sp>
          <p:nvSpPr>
            <p:cNvPr id="112" name="Google Shape;112;p3"/>
            <p:cNvSpPr txBox="1"/>
            <p:nvPr/>
          </p:nvSpPr>
          <p:spPr>
            <a:xfrm>
              <a:off x="542" y="487"/>
              <a:ext cx="232" cy="299"/>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1" sz="2800" u="none">
                <a:solidFill>
                  <a:schemeClr val="dk1"/>
                </a:solidFill>
                <a:latin typeface="Times New Roman"/>
                <a:ea typeface="Times New Roman"/>
                <a:cs typeface="Times New Roman"/>
                <a:sym typeface="Times New Roman"/>
              </a:endParaRPr>
            </a:p>
          </p:txBody>
        </p:sp>
      </p:grpSp>
      <p:sp>
        <p:nvSpPr>
          <p:cNvPr id="113" name="Google Shape;113;p3"/>
          <p:cNvSpPr txBox="1"/>
          <p:nvPr/>
        </p:nvSpPr>
        <p:spPr>
          <a:xfrm>
            <a:off x="76200" y="700087"/>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1" sz="2800" u="none">
              <a:solidFill>
                <a:schemeClr val="dk1"/>
              </a:solidFill>
              <a:latin typeface="Times New Roman"/>
              <a:ea typeface="Times New Roman"/>
              <a:cs typeface="Times New Roman"/>
              <a:sym typeface="Times New Roman"/>
            </a:endParaRPr>
          </a:p>
        </p:txBody>
      </p:sp>
      <p:sp>
        <p:nvSpPr>
          <p:cNvPr id="114" name="Google Shape;114;p3"/>
          <p:cNvSpPr txBox="1"/>
          <p:nvPr/>
        </p:nvSpPr>
        <p:spPr>
          <a:xfrm>
            <a:off x="711200" y="242887"/>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1" sz="2800" u="none">
              <a:solidFill>
                <a:schemeClr val="dk1"/>
              </a:solidFill>
              <a:latin typeface="Times New Roman"/>
              <a:ea typeface="Times New Roman"/>
              <a:cs typeface="Times New Roman"/>
              <a:sym typeface="Times New Roman"/>
            </a:endParaRPr>
          </a:p>
        </p:txBody>
      </p:sp>
      <p:sp>
        <p:nvSpPr>
          <p:cNvPr id="115" name="Google Shape;115;p3"/>
          <p:cNvSpPr txBox="1"/>
          <p:nvPr/>
        </p:nvSpPr>
        <p:spPr>
          <a:xfrm>
            <a:off x="442912" y="773112"/>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1" sz="2800" u="none">
              <a:solidFill>
                <a:schemeClr val="dk1"/>
              </a:solidFill>
              <a:latin typeface="Times New Roman"/>
              <a:ea typeface="Times New Roman"/>
              <a:cs typeface="Times New Roman"/>
              <a:sym typeface="Times New Roman"/>
            </a:endParaRPr>
          </a:p>
        </p:txBody>
      </p:sp>
      <p:sp>
        <p:nvSpPr>
          <p:cNvPr id="116" name="Google Shape;116;p3"/>
          <p:cNvSpPr txBox="1"/>
          <p:nvPr/>
        </p:nvSpPr>
        <p:spPr>
          <a:xfrm>
            <a:off x="152400" y="1447800"/>
            <a:ext cx="8839200" cy="3810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1" sz="2800" u="none">
              <a:solidFill>
                <a:schemeClr val="dk1"/>
              </a:solidFill>
              <a:latin typeface="Times New Roman"/>
              <a:ea typeface="Times New Roman"/>
              <a:cs typeface="Times New Roman"/>
              <a:sym typeface="Times New Roman"/>
            </a:endParaRPr>
          </a:p>
        </p:txBody>
      </p:sp>
      <p:sp>
        <p:nvSpPr>
          <p:cNvPr id="117" name="Google Shape;117;p3"/>
          <p:cNvSpPr txBox="1"/>
          <p:nvPr/>
        </p:nvSpPr>
        <p:spPr>
          <a:xfrm>
            <a:off x="228600" y="1447800"/>
            <a:ext cx="8534400" cy="26543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Times New Roman"/>
              <a:buNone/>
            </a:pPr>
            <a:r>
              <a:rPr b="1" i="1" lang="en-US" sz="2800" u="none">
                <a:solidFill>
                  <a:schemeClr val="dk1"/>
                </a:solidFill>
                <a:latin typeface="Times New Roman"/>
                <a:ea typeface="Times New Roman"/>
                <a:cs typeface="Times New Roman"/>
                <a:sym typeface="Times New Roman"/>
              </a:rPr>
              <a:t>The power of a signal is 10 mW and the power of the noise is 1 μW; what are the values of SNR and SNR</a:t>
            </a:r>
            <a:r>
              <a:rPr b="1" baseline="-25000" i="1" lang="en-US" sz="2800" u="none">
                <a:solidFill>
                  <a:schemeClr val="dk1"/>
                </a:solidFill>
                <a:latin typeface="Times New Roman"/>
                <a:ea typeface="Times New Roman"/>
                <a:cs typeface="Times New Roman"/>
                <a:sym typeface="Times New Roman"/>
              </a:rPr>
              <a:t>dB </a:t>
            </a:r>
            <a:r>
              <a:rPr b="1" i="1" lang="en-US" sz="2800" u="none">
                <a:solidFill>
                  <a:schemeClr val="dk1"/>
                </a:solidFill>
                <a:latin typeface="Times New Roman"/>
                <a:ea typeface="Times New Roman"/>
                <a:cs typeface="Times New Roman"/>
                <a:sym typeface="Times New Roman"/>
              </a:rPr>
              <a:t>?</a:t>
            </a:r>
            <a:endParaRPr/>
          </a:p>
          <a:p>
            <a:pPr indent="0" lvl="0" marL="0" marR="0" rtl="0" algn="just">
              <a:lnSpc>
                <a:spcPct val="100000"/>
              </a:lnSpc>
              <a:spcBef>
                <a:spcPts val="0"/>
              </a:spcBef>
              <a:spcAft>
                <a:spcPts val="0"/>
              </a:spcAft>
              <a:buClr>
                <a:schemeClr val="dk1"/>
              </a:buClr>
              <a:buSzPts val="2800"/>
              <a:buFont typeface="Times New Roman"/>
              <a:buNone/>
            </a:pPr>
            <a:r>
              <a:t/>
            </a:r>
            <a:endParaRPr b="1" i="1" sz="2800" u="none">
              <a:solidFill>
                <a:schemeClr val="dk1"/>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chemeClr val="dk1"/>
              </a:buClr>
              <a:buSzPts val="2800"/>
              <a:buFont typeface="Times New Roman"/>
              <a:buNone/>
            </a:pPr>
            <a:r>
              <a:rPr b="1" i="1" lang="en-US" sz="2800" u="none">
                <a:solidFill>
                  <a:schemeClr val="dk1"/>
                </a:solidFill>
                <a:latin typeface="Times New Roman"/>
                <a:ea typeface="Times New Roman"/>
                <a:cs typeface="Times New Roman"/>
                <a:sym typeface="Times New Roman"/>
              </a:rPr>
              <a:t>Solution</a:t>
            </a:r>
            <a:endParaRPr/>
          </a:p>
          <a:p>
            <a:pPr indent="0" lvl="0" marL="0" marR="0" rtl="0" algn="just">
              <a:lnSpc>
                <a:spcPct val="100000"/>
              </a:lnSpc>
              <a:spcBef>
                <a:spcPts val="0"/>
              </a:spcBef>
              <a:spcAft>
                <a:spcPts val="0"/>
              </a:spcAft>
              <a:buClr>
                <a:schemeClr val="dk1"/>
              </a:buClr>
              <a:buSzPts val="2800"/>
              <a:buFont typeface="Times New Roman"/>
              <a:buNone/>
            </a:pPr>
            <a:r>
              <a:rPr b="1" i="1" lang="en-US" sz="2800" u="none">
                <a:solidFill>
                  <a:schemeClr val="dk1"/>
                </a:solidFill>
                <a:latin typeface="Times New Roman"/>
                <a:ea typeface="Times New Roman"/>
                <a:cs typeface="Times New Roman"/>
                <a:sym typeface="Times New Roman"/>
              </a:rPr>
              <a:t>The values of SNR and SNR</a:t>
            </a:r>
            <a:r>
              <a:rPr b="1" baseline="-25000" i="1" lang="en-US" sz="2800" u="none">
                <a:solidFill>
                  <a:schemeClr val="dk1"/>
                </a:solidFill>
                <a:latin typeface="Times New Roman"/>
                <a:ea typeface="Times New Roman"/>
                <a:cs typeface="Times New Roman"/>
                <a:sym typeface="Times New Roman"/>
              </a:rPr>
              <a:t>dB</a:t>
            </a:r>
            <a:r>
              <a:rPr b="1" i="1" lang="en-US" sz="2800" u="none">
                <a:solidFill>
                  <a:schemeClr val="dk1"/>
                </a:solidFill>
                <a:latin typeface="Times New Roman"/>
                <a:ea typeface="Times New Roman"/>
                <a:cs typeface="Times New Roman"/>
                <a:sym typeface="Times New Roman"/>
              </a:rPr>
              <a:t> can be calculated as follows:</a:t>
            </a:r>
            <a:endParaRPr/>
          </a:p>
        </p:txBody>
      </p:sp>
      <p:sp>
        <p:nvSpPr>
          <p:cNvPr id="118" name="Google Shape;118;p3"/>
          <p:cNvSpPr txBox="1"/>
          <p:nvPr/>
        </p:nvSpPr>
        <p:spPr>
          <a:xfrm>
            <a:off x="1143000" y="182562"/>
            <a:ext cx="2487612"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3200"/>
              <a:buFont typeface="Times New Roman"/>
              <a:buNone/>
            </a:pPr>
            <a:r>
              <a:rPr b="1" i="1" lang="en-US" sz="3200" u="none">
                <a:solidFill>
                  <a:schemeClr val="hlink"/>
                </a:solidFill>
                <a:latin typeface="Times New Roman"/>
                <a:ea typeface="Times New Roman"/>
                <a:cs typeface="Times New Roman"/>
                <a:sym typeface="Times New Roman"/>
              </a:rPr>
              <a:t>Example 3.31</a:t>
            </a:r>
            <a:endParaRPr/>
          </a:p>
        </p:txBody>
      </p:sp>
      <p:pic>
        <p:nvPicPr>
          <p:cNvPr id="119" name="Google Shape;119;p3"/>
          <p:cNvPicPr preferRelativeResize="0"/>
          <p:nvPr/>
        </p:nvPicPr>
        <p:blipFill rotWithShape="1">
          <a:blip r:embed="rId3">
            <a:alphaModFix/>
          </a:blip>
          <a:srcRect b="0" l="0" r="0" t="0"/>
          <a:stretch/>
        </p:blipFill>
        <p:spPr>
          <a:xfrm>
            <a:off x="1876425" y="4357687"/>
            <a:ext cx="5391150" cy="1052512"/>
          </a:xfrm>
          <a:prstGeom prst="rect">
            <a:avLst/>
          </a:prstGeom>
          <a:noFill/>
          <a:ln cap="flat" cmpd="thinThick" w="57150">
            <a:solidFill>
              <a:srgbClr val="3366FF"/>
            </a:solidFill>
            <a:prstDash val="solid"/>
            <a:miter lim="800000"/>
            <a:headEnd len="sm" w="sm" type="none"/>
            <a:tailEnd len="sm" w="sm" type="none"/>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4"/>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a:solidFill>
                  <a:schemeClr val="dk1"/>
                </a:solidFill>
                <a:latin typeface="Arial"/>
                <a:ea typeface="Arial"/>
                <a:cs typeface="Arial"/>
                <a:sym typeface="Arial"/>
              </a:rPr>
              <a:t>3.</a:t>
            </a:r>
            <a:fld id="{00000000-1234-1234-1234-123412341234}" type="slidenum">
              <a:rPr b="1" i="0" lang="en-US" sz="2000" u="none">
                <a:solidFill>
                  <a:schemeClr val="dk1"/>
                </a:solidFill>
                <a:latin typeface="Arial"/>
                <a:ea typeface="Arial"/>
                <a:cs typeface="Arial"/>
                <a:sym typeface="Arial"/>
              </a:rPr>
              <a:t>‹#›</a:t>
            </a:fld>
            <a:endParaRPr/>
          </a:p>
        </p:txBody>
      </p:sp>
      <p:sp>
        <p:nvSpPr>
          <p:cNvPr id="126" name="Google Shape;126;p4"/>
          <p:cNvSpPr txBox="1"/>
          <p:nvPr/>
        </p:nvSpPr>
        <p:spPr>
          <a:xfrm>
            <a:off x="366712" y="350837"/>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1" sz="2800" u="none">
              <a:solidFill>
                <a:schemeClr val="dk1"/>
              </a:solidFill>
              <a:latin typeface="Times New Roman"/>
              <a:ea typeface="Times New Roman"/>
              <a:cs typeface="Times New Roman"/>
              <a:sym typeface="Times New Roman"/>
            </a:endParaRPr>
          </a:p>
        </p:txBody>
      </p:sp>
      <p:sp>
        <p:nvSpPr>
          <p:cNvPr id="127" name="Google Shape;127;p4"/>
          <p:cNvSpPr txBox="1"/>
          <p:nvPr/>
        </p:nvSpPr>
        <p:spPr>
          <a:xfrm>
            <a:off x="749300" y="350837"/>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1" sz="2800" u="none">
              <a:solidFill>
                <a:schemeClr val="dk1"/>
              </a:solidFill>
              <a:latin typeface="Times New Roman"/>
              <a:ea typeface="Times New Roman"/>
              <a:cs typeface="Times New Roman"/>
              <a:sym typeface="Times New Roman"/>
            </a:endParaRPr>
          </a:p>
        </p:txBody>
      </p:sp>
      <p:grpSp>
        <p:nvGrpSpPr>
          <p:cNvPr id="128" name="Google Shape;128;p4"/>
          <p:cNvGrpSpPr/>
          <p:nvPr/>
        </p:nvGrpSpPr>
        <p:grpSpPr>
          <a:xfrm>
            <a:off x="490537" y="773112"/>
            <a:ext cx="738187" cy="474662"/>
            <a:chOff x="309" y="487"/>
            <a:chExt cx="465" cy="299"/>
          </a:xfrm>
        </p:grpSpPr>
        <p:sp>
          <p:nvSpPr>
            <p:cNvPr id="129" name="Google Shape;129;p4"/>
            <p:cNvSpPr txBox="1"/>
            <p:nvPr/>
          </p:nvSpPr>
          <p:spPr>
            <a:xfrm>
              <a:off x="309" y="487"/>
              <a:ext cx="266" cy="299"/>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1" sz="2800" u="none">
                <a:solidFill>
                  <a:schemeClr val="dk1"/>
                </a:solidFill>
                <a:latin typeface="Times New Roman"/>
                <a:ea typeface="Times New Roman"/>
                <a:cs typeface="Times New Roman"/>
                <a:sym typeface="Times New Roman"/>
              </a:endParaRPr>
            </a:p>
          </p:txBody>
        </p:sp>
        <p:sp>
          <p:nvSpPr>
            <p:cNvPr id="130" name="Google Shape;130;p4"/>
            <p:cNvSpPr txBox="1"/>
            <p:nvPr/>
          </p:nvSpPr>
          <p:spPr>
            <a:xfrm>
              <a:off x="542" y="487"/>
              <a:ext cx="232" cy="299"/>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1" sz="2800" u="none">
                <a:solidFill>
                  <a:schemeClr val="dk1"/>
                </a:solidFill>
                <a:latin typeface="Times New Roman"/>
                <a:ea typeface="Times New Roman"/>
                <a:cs typeface="Times New Roman"/>
                <a:sym typeface="Times New Roman"/>
              </a:endParaRPr>
            </a:p>
          </p:txBody>
        </p:sp>
      </p:grpSp>
      <p:sp>
        <p:nvSpPr>
          <p:cNvPr id="131" name="Google Shape;131;p4"/>
          <p:cNvSpPr txBox="1"/>
          <p:nvPr/>
        </p:nvSpPr>
        <p:spPr>
          <a:xfrm>
            <a:off x="76200" y="700087"/>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1" sz="2800" u="none">
              <a:solidFill>
                <a:schemeClr val="dk1"/>
              </a:solidFill>
              <a:latin typeface="Times New Roman"/>
              <a:ea typeface="Times New Roman"/>
              <a:cs typeface="Times New Roman"/>
              <a:sym typeface="Times New Roman"/>
            </a:endParaRPr>
          </a:p>
        </p:txBody>
      </p:sp>
      <p:sp>
        <p:nvSpPr>
          <p:cNvPr id="132" name="Google Shape;132;p4"/>
          <p:cNvSpPr txBox="1"/>
          <p:nvPr/>
        </p:nvSpPr>
        <p:spPr>
          <a:xfrm>
            <a:off x="711200" y="242887"/>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1" sz="2800" u="none">
              <a:solidFill>
                <a:schemeClr val="dk1"/>
              </a:solidFill>
              <a:latin typeface="Times New Roman"/>
              <a:ea typeface="Times New Roman"/>
              <a:cs typeface="Times New Roman"/>
              <a:sym typeface="Times New Roman"/>
            </a:endParaRPr>
          </a:p>
        </p:txBody>
      </p:sp>
      <p:sp>
        <p:nvSpPr>
          <p:cNvPr id="133" name="Google Shape;133;p4"/>
          <p:cNvSpPr txBox="1"/>
          <p:nvPr/>
        </p:nvSpPr>
        <p:spPr>
          <a:xfrm>
            <a:off x="442912" y="773112"/>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1" sz="2800" u="none">
              <a:solidFill>
                <a:schemeClr val="dk1"/>
              </a:solidFill>
              <a:latin typeface="Times New Roman"/>
              <a:ea typeface="Times New Roman"/>
              <a:cs typeface="Times New Roman"/>
              <a:sym typeface="Times New Roman"/>
            </a:endParaRPr>
          </a:p>
        </p:txBody>
      </p:sp>
      <p:sp>
        <p:nvSpPr>
          <p:cNvPr id="134" name="Google Shape;134;p4"/>
          <p:cNvSpPr txBox="1"/>
          <p:nvPr/>
        </p:nvSpPr>
        <p:spPr>
          <a:xfrm>
            <a:off x="152400" y="1447800"/>
            <a:ext cx="8839200" cy="3810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1" sz="2800" u="none">
              <a:solidFill>
                <a:schemeClr val="dk1"/>
              </a:solidFill>
              <a:latin typeface="Times New Roman"/>
              <a:ea typeface="Times New Roman"/>
              <a:cs typeface="Times New Roman"/>
              <a:sym typeface="Times New Roman"/>
            </a:endParaRPr>
          </a:p>
        </p:txBody>
      </p:sp>
      <p:sp>
        <p:nvSpPr>
          <p:cNvPr id="135" name="Google Shape;135;p4"/>
          <p:cNvSpPr txBox="1"/>
          <p:nvPr/>
        </p:nvSpPr>
        <p:spPr>
          <a:xfrm>
            <a:off x="228600" y="1447800"/>
            <a:ext cx="8534400" cy="94615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Times New Roman"/>
              <a:buNone/>
            </a:pPr>
            <a:r>
              <a:rPr b="1" i="1" lang="en-US" sz="2800" u="none">
                <a:solidFill>
                  <a:schemeClr val="dk1"/>
                </a:solidFill>
                <a:latin typeface="Times New Roman"/>
                <a:ea typeface="Times New Roman"/>
                <a:cs typeface="Times New Roman"/>
                <a:sym typeface="Times New Roman"/>
              </a:rPr>
              <a:t>The values of SNR and SNR</a:t>
            </a:r>
            <a:r>
              <a:rPr b="1" baseline="-25000" i="1" lang="en-US" sz="2800" u="none">
                <a:solidFill>
                  <a:schemeClr val="dk1"/>
                </a:solidFill>
                <a:latin typeface="Times New Roman"/>
                <a:ea typeface="Times New Roman"/>
                <a:cs typeface="Times New Roman"/>
                <a:sym typeface="Times New Roman"/>
              </a:rPr>
              <a:t>dB</a:t>
            </a:r>
            <a:r>
              <a:rPr b="1" i="1" lang="en-US" sz="2800" u="none">
                <a:solidFill>
                  <a:schemeClr val="dk1"/>
                </a:solidFill>
                <a:latin typeface="Times New Roman"/>
                <a:ea typeface="Times New Roman"/>
                <a:cs typeface="Times New Roman"/>
                <a:sym typeface="Times New Roman"/>
              </a:rPr>
              <a:t> for a noiseless channel are</a:t>
            </a:r>
            <a:endParaRPr/>
          </a:p>
        </p:txBody>
      </p:sp>
      <p:sp>
        <p:nvSpPr>
          <p:cNvPr id="136" name="Google Shape;136;p4"/>
          <p:cNvSpPr txBox="1"/>
          <p:nvPr/>
        </p:nvSpPr>
        <p:spPr>
          <a:xfrm>
            <a:off x="1143000" y="182562"/>
            <a:ext cx="2487612"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3200"/>
              <a:buFont typeface="Times New Roman"/>
              <a:buNone/>
            </a:pPr>
            <a:r>
              <a:rPr b="1" i="1" lang="en-US" sz="3200" u="none">
                <a:solidFill>
                  <a:schemeClr val="hlink"/>
                </a:solidFill>
                <a:latin typeface="Times New Roman"/>
                <a:ea typeface="Times New Roman"/>
                <a:cs typeface="Times New Roman"/>
                <a:sym typeface="Times New Roman"/>
              </a:rPr>
              <a:t>Example 3.32</a:t>
            </a:r>
            <a:endParaRPr/>
          </a:p>
        </p:txBody>
      </p:sp>
      <p:pic>
        <p:nvPicPr>
          <p:cNvPr id="137" name="Google Shape;137;p4"/>
          <p:cNvPicPr preferRelativeResize="0"/>
          <p:nvPr/>
        </p:nvPicPr>
        <p:blipFill rotWithShape="1">
          <a:blip r:embed="rId3">
            <a:alphaModFix/>
          </a:blip>
          <a:srcRect b="0" l="0" r="0" t="0"/>
          <a:stretch/>
        </p:blipFill>
        <p:spPr>
          <a:xfrm>
            <a:off x="2992437" y="2811462"/>
            <a:ext cx="3159125" cy="998537"/>
          </a:xfrm>
          <a:prstGeom prst="rect">
            <a:avLst/>
          </a:prstGeom>
          <a:noFill/>
          <a:ln cap="flat" cmpd="thinThick" w="57150">
            <a:solidFill>
              <a:srgbClr val="3366FF"/>
            </a:solidFill>
            <a:prstDash val="solid"/>
            <a:miter lim="800000"/>
            <a:headEnd len="sm" w="sm" type="none"/>
            <a:tailEnd len="sm" w="sm" type="none"/>
          </a:ln>
        </p:spPr>
      </p:pic>
      <p:sp>
        <p:nvSpPr>
          <p:cNvPr id="138" name="Google Shape;138;p4"/>
          <p:cNvSpPr txBox="1"/>
          <p:nvPr/>
        </p:nvSpPr>
        <p:spPr>
          <a:xfrm>
            <a:off x="228600" y="4205287"/>
            <a:ext cx="8534400" cy="519112"/>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Times New Roman"/>
              <a:buNone/>
            </a:pPr>
            <a:r>
              <a:rPr b="1" i="1" lang="en-US" sz="2800" u="none">
                <a:solidFill>
                  <a:schemeClr val="dk1"/>
                </a:solidFill>
                <a:latin typeface="Times New Roman"/>
                <a:ea typeface="Times New Roman"/>
                <a:cs typeface="Times New Roman"/>
                <a:sym typeface="Times New Roman"/>
              </a:rPr>
              <a:t>We can never achieve this ratio in real life; it is an ideal.</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5"/>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a:solidFill>
                  <a:schemeClr val="dk1"/>
                </a:solidFill>
                <a:latin typeface="Arial"/>
                <a:ea typeface="Arial"/>
                <a:cs typeface="Arial"/>
                <a:sym typeface="Arial"/>
              </a:rPr>
              <a:t>3.</a:t>
            </a:r>
            <a:fld id="{00000000-1234-1234-1234-123412341234}" type="slidenum">
              <a:rPr b="1" i="0" lang="en-US" sz="2000" u="none">
                <a:solidFill>
                  <a:schemeClr val="dk1"/>
                </a:solidFill>
                <a:latin typeface="Arial"/>
                <a:ea typeface="Arial"/>
                <a:cs typeface="Arial"/>
                <a:sym typeface="Arial"/>
              </a:rPr>
              <a:t>‹#›</a:t>
            </a:fld>
            <a:endParaRPr/>
          </a:p>
        </p:txBody>
      </p:sp>
      <p:cxnSp>
        <p:nvCxnSpPr>
          <p:cNvPr id="145" name="Google Shape;145;p5"/>
          <p:cNvCxnSpPr/>
          <p:nvPr/>
        </p:nvCxnSpPr>
        <p:spPr>
          <a:xfrm>
            <a:off x="152400" y="228600"/>
            <a:ext cx="8763000" cy="0"/>
          </a:xfrm>
          <a:prstGeom prst="straightConnector1">
            <a:avLst/>
          </a:prstGeom>
          <a:noFill/>
          <a:ln cap="flat" cmpd="sng" w="76200">
            <a:solidFill>
              <a:schemeClr val="hlink"/>
            </a:solidFill>
            <a:prstDash val="solid"/>
            <a:miter lim="800000"/>
            <a:headEnd len="med" w="med" type="none"/>
            <a:tailEnd len="med" w="med" type="none"/>
          </a:ln>
        </p:spPr>
      </p:cxnSp>
      <p:cxnSp>
        <p:nvCxnSpPr>
          <p:cNvPr id="146" name="Google Shape;146;p5"/>
          <p:cNvCxnSpPr/>
          <p:nvPr/>
        </p:nvCxnSpPr>
        <p:spPr>
          <a:xfrm>
            <a:off x="152400" y="1066800"/>
            <a:ext cx="8763000" cy="0"/>
          </a:xfrm>
          <a:prstGeom prst="straightConnector1">
            <a:avLst/>
          </a:prstGeom>
          <a:noFill/>
          <a:ln cap="flat" cmpd="sng" w="19050">
            <a:solidFill>
              <a:schemeClr val="hlink"/>
            </a:solidFill>
            <a:prstDash val="solid"/>
            <a:miter lim="800000"/>
            <a:headEnd len="med" w="med" type="none"/>
            <a:tailEnd len="med" w="med" type="none"/>
          </a:ln>
        </p:spPr>
      </p:cxnSp>
      <p:sp>
        <p:nvSpPr>
          <p:cNvPr id="147" name="Google Shape;147;p5"/>
          <p:cNvSpPr txBox="1"/>
          <p:nvPr/>
        </p:nvSpPr>
        <p:spPr>
          <a:xfrm>
            <a:off x="304800" y="457200"/>
            <a:ext cx="6721475"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folHlink"/>
              </a:buClr>
              <a:buSzPts val="2400"/>
              <a:buFont typeface="Times New Roman"/>
              <a:buNone/>
            </a:pPr>
            <a:r>
              <a:rPr b="1" i="0" lang="en-US" sz="2400" u="none">
                <a:solidFill>
                  <a:schemeClr val="folHlink"/>
                </a:solidFill>
                <a:latin typeface="Times New Roman"/>
                <a:ea typeface="Times New Roman"/>
                <a:cs typeface="Times New Roman"/>
                <a:sym typeface="Times New Roman"/>
              </a:rPr>
              <a:t>Figure 3.30  </a:t>
            </a:r>
            <a:r>
              <a:rPr b="1" i="1" lang="en-US" sz="2000" u="none">
                <a:solidFill>
                  <a:schemeClr val="dk1"/>
                </a:solidFill>
                <a:latin typeface="Times New Roman"/>
                <a:ea typeface="Times New Roman"/>
                <a:cs typeface="Times New Roman"/>
                <a:sym typeface="Times New Roman"/>
              </a:rPr>
              <a:t>Two cases of SNR: a high SNR and a low SNR</a:t>
            </a:r>
            <a:endParaRPr/>
          </a:p>
        </p:txBody>
      </p:sp>
      <p:cxnSp>
        <p:nvCxnSpPr>
          <p:cNvPr id="148" name="Google Shape;148;p5"/>
          <p:cNvCxnSpPr/>
          <p:nvPr/>
        </p:nvCxnSpPr>
        <p:spPr>
          <a:xfrm>
            <a:off x="152400" y="6248400"/>
            <a:ext cx="8763000" cy="0"/>
          </a:xfrm>
          <a:prstGeom prst="straightConnector1">
            <a:avLst/>
          </a:prstGeom>
          <a:noFill/>
          <a:ln cap="flat" cmpd="sng" w="76200">
            <a:solidFill>
              <a:schemeClr val="hlink"/>
            </a:solidFill>
            <a:prstDash val="solid"/>
            <a:miter lim="800000"/>
            <a:headEnd len="med" w="med" type="none"/>
            <a:tailEnd len="med" w="med" type="none"/>
          </a:ln>
        </p:spPr>
      </p:cxnSp>
      <p:pic>
        <p:nvPicPr>
          <p:cNvPr id="149" name="Google Shape;149;p5"/>
          <p:cNvPicPr preferRelativeResize="0"/>
          <p:nvPr/>
        </p:nvPicPr>
        <p:blipFill rotWithShape="1">
          <a:blip r:embed="rId3">
            <a:alphaModFix/>
          </a:blip>
          <a:srcRect b="0" l="0" r="0" t="0"/>
          <a:stretch/>
        </p:blipFill>
        <p:spPr>
          <a:xfrm>
            <a:off x="404812" y="1406525"/>
            <a:ext cx="8281987" cy="47656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6"/>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a:solidFill>
                  <a:schemeClr val="dk1"/>
                </a:solidFill>
                <a:latin typeface="Arial"/>
                <a:ea typeface="Arial"/>
                <a:cs typeface="Arial"/>
                <a:sym typeface="Arial"/>
              </a:rPr>
              <a:t>3.</a:t>
            </a:r>
            <a:fld id="{00000000-1234-1234-1234-123412341234}" type="slidenum">
              <a:rPr b="1" i="0" lang="en-US" sz="2000" u="none">
                <a:solidFill>
                  <a:schemeClr val="dk1"/>
                </a:solidFill>
                <a:latin typeface="Arial"/>
                <a:ea typeface="Arial"/>
                <a:cs typeface="Arial"/>
                <a:sym typeface="Arial"/>
              </a:rPr>
              <a:t>‹#›</a:t>
            </a:fld>
            <a:endParaRPr/>
          </a:p>
        </p:txBody>
      </p:sp>
      <p:sp>
        <p:nvSpPr>
          <p:cNvPr id="156" name="Google Shape;156;p6"/>
          <p:cNvSpPr txBox="1"/>
          <p:nvPr/>
        </p:nvSpPr>
        <p:spPr>
          <a:xfrm>
            <a:off x="0" y="0"/>
            <a:ext cx="9144000" cy="838200"/>
          </a:xfrm>
          <a:prstGeom prst="rect">
            <a:avLst/>
          </a:prstGeom>
          <a:solidFill>
            <a:srgbClr val="33CC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1" sz="2800" u="none">
              <a:solidFill>
                <a:schemeClr val="dk1"/>
              </a:solidFill>
              <a:latin typeface="Times New Roman"/>
              <a:ea typeface="Times New Roman"/>
              <a:cs typeface="Times New Roman"/>
              <a:sym typeface="Times New Roman"/>
            </a:endParaRPr>
          </a:p>
        </p:txBody>
      </p:sp>
      <p:sp>
        <p:nvSpPr>
          <p:cNvPr id="157" name="Google Shape;157;p6"/>
          <p:cNvSpPr txBox="1"/>
          <p:nvPr/>
        </p:nvSpPr>
        <p:spPr>
          <a:xfrm>
            <a:off x="228600" y="76200"/>
            <a:ext cx="4986337"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Times"/>
              <a:buNone/>
            </a:pPr>
            <a:r>
              <a:rPr b="1" i="0" lang="en-US" sz="3200" u="none">
                <a:solidFill>
                  <a:schemeClr val="dk1"/>
                </a:solidFill>
                <a:latin typeface="Times"/>
                <a:ea typeface="Times"/>
                <a:cs typeface="Times"/>
                <a:sym typeface="Times"/>
              </a:rPr>
              <a:t>3-5   DATA RATE LIMITS</a:t>
            </a:r>
            <a:endParaRPr/>
          </a:p>
        </p:txBody>
      </p:sp>
      <p:sp>
        <p:nvSpPr>
          <p:cNvPr id="158" name="Google Shape;158;p6"/>
          <p:cNvSpPr txBox="1"/>
          <p:nvPr/>
        </p:nvSpPr>
        <p:spPr>
          <a:xfrm>
            <a:off x="8229600" y="6400800"/>
            <a:ext cx="18415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1" baseline="-25000" i="1" sz="2800" u="none">
              <a:solidFill>
                <a:schemeClr val="dk1"/>
              </a:solidFill>
              <a:latin typeface="Times New Roman"/>
              <a:ea typeface="Times New Roman"/>
              <a:cs typeface="Times New Roman"/>
              <a:sym typeface="Times New Roman"/>
            </a:endParaRPr>
          </a:p>
        </p:txBody>
      </p:sp>
      <p:sp>
        <p:nvSpPr>
          <p:cNvPr id="159" name="Google Shape;159;p6"/>
          <p:cNvSpPr txBox="1"/>
          <p:nvPr/>
        </p:nvSpPr>
        <p:spPr>
          <a:xfrm>
            <a:off x="76200" y="1003300"/>
            <a:ext cx="8610600" cy="2654300"/>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Times New Roman"/>
              <a:buNone/>
            </a:pPr>
            <a:r>
              <a:rPr b="1" i="1" lang="en-US" sz="2800" u="none">
                <a:solidFill>
                  <a:schemeClr val="dk1"/>
                </a:solidFill>
                <a:latin typeface="Times New Roman"/>
                <a:ea typeface="Times New Roman"/>
                <a:cs typeface="Times New Roman"/>
                <a:sym typeface="Times New Roman"/>
              </a:rPr>
              <a:t>A very important consideration in data communications is how fast we can send data, in bits per second, over a channel. Data rate depends on three factors:</a:t>
            </a:r>
            <a:endParaRPr/>
          </a:p>
          <a:p>
            <a:pPr indent="0" lvl="0" marL="0" marR="0" rtl="0" algn="just">
              <a:lnSpc>
                <a:spcPct val="100000"/>
              </a:lnSpc>
              <a:spcBef>
                <a:spcPts val="0"/>
              </a:spcBef>
              <a:spcAft>
                <a:spcPts val="0"/>
              </a:spcAft>
              <a:buClr>
                <a:schemeClr val="hlink"/>
              </a:buClr>
              <a:buSzPts val="2800"/>
              <a:buFont typeface="Times New Roman"/>
              <a:buNone/>
            </a:pPr>
            <a:r>
              <a:rPr b="1" i="1" lang="en-US" sz="2800" u="none">
                <a:solidFill>
                  <a:schemeClr val="hlink"/>
                </a:solidFill>
                <a:latin typeface="Times New Roman"/>
                <a:ea typeface="Times New Roman"/>
                <a:cs typeface="Times New Roman"/>
                <a:sym typeface="Times New Roman"/>
              </a:rPr>
              <a:t>   1.</a:t>
            </a:r>
            <a:r>
              <a:rPr b="1" i="1" lang="en-US" sz="2800" u="none">
                <a:solidFill>
                  <a:schemeClr val="dk1"/>
                </a:solidFill>
                <a:latin typeface="Times New Roman"/>
                <a:ea typeface="Times New Roman"/>
                <a:cs typeface="Times New Roman"/>
                <a:sym typeface="Times New Roman"/>
              </a:rPr>
              <a:t> The bandwidth available</a:t>
            </a:r>
            <a:endParaRPr/>
          </a:p>
          <a:p>
            <a:pPr indent="0" lvl="0" marL="0" marR="0" rtl="0" algn="just">
              <a:lnSpc>
                <a:spcPct val="100000"/>
              </a:lnSpc>
              <a:spcBef>
                <a:spcPts val="0"/>
              </a:spcBef>
              <a:spcAft>
                <a:spcPts val="0"/>
              </a:spcAft>
              <a:buClr>
                <a:schemeClr val="hlink"/>
              </a:buClr>
              <a:buSzPts val="2800"/>
              <a:buFont typeface="Times New Roman"/>
              <a:buNone/>
            </a:pPr>
            <a:r>
              <a:rPr b="1" i="1" lang="en-US" sz="2800" u="none">
                <a:solidFill>
                  <a:schemeClr val="hlink"/>
                </a:solidFill>
                <a:latin typeface="Times New Roman"/>
                <a:ea typeface="Times New Roman"/>
                <a:cs typeface="Times New Roman"/>
                <a:sym typeface="Times New Roman"/>
              </a:rPr>
              <a:t>   2.</a:t>
            </a:r>
            <a:r>
              <a:rPr b="1" i="1" lang="en-US" sz="2800" u="none">
                <a:solidFill>
                  <a:schemeClr val="dk1"/>
                </a:solidFill>
                <a:latin typeface="Times New Roman"/>
                <a:ea typeface="Times New Roman"/>
                <a:cs typeface="Times New Roman"/>
                <a:sym typeface="Times New Roman"/>
              </a:rPr>
              <a:t> The level of the signals we use</a:t>
            </a:r>
            <a:endParaRPr/>
          </a:p>
          <a:p>
            <a:pPr indent="0" lvl="0" marL="0" marR="0" rtl="0" algn="just">
              <a:lnSpc>
                <a:spcPct val="100000"/>
              </a:lnSpc>
              <a:spcBef>
                <a:spcPts val="0"/>
              </a:spcBef>
              <a:spcAft>
                <a:spcPts val="0"/>
              </a:spcAft>
              <a:buClr>
                <a:schemeClr val="hlink"/>
              </a:buClr>
              <a:buSzPts val="2800"/>
              <a:buFont typeface="Times New Roman"/>
              <a:buNone/>
            </a:pPr>
            <a:r>
              <a:rPr b="1" i="1" lang="en-US" sz="2800" u="none">
                <a:solidFill>
                  <a:schemeClr val="hlink"/>
                </a:solidFill>
                <a:latin typeface="Times New Roman"/>
                <a:ea typeface="Times New Roman"/>
                <a:cs typeface="Times New Roman"/>
                <a:sym typeface="Times New Roman"/>
              </a:rPr>
              <a:t>   3</a:t>
            </a:r>
            <a:r>
              <a:rPr b="1" i="1" lang="en-US" sz="2800" u="none">
                <a:solidFill>
                  <a:schemeClr val="dk1"/>
                </a:solidFill>
                <a:latin typeface="Times New Roman"/>
                <a:ea typeface="Times New Roman"/>
                <a:cs typeface="Times New Roman"/>
                <a:sym typeface="Times New Roman"/>
              </a:rPr>
              <a:t>. The quality of the channel (the level of noise)</a:t>
            </a:r>
            <a:endParaRPr/>
          </a:p>
        </p:txBody>
      </p:sp>
      <p:sp>
        <p:nvSpPr>
          <p:cNvPr id="160" name="Google Shape;160;p6"/>
          <p:cNvSpPr txBox="1"/>
          <p:nvPr/>
        </p:nvSpPr>
        <p:spPr>
          <a:xfrm>
            <a:off x="152400" y="4819650"/>
            <a:ext cx="5715000" cy="11874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33CC"/>
              </a:buClr>
              <a:buSzPts val="2400"/>
              <a:buFont typeface="Times New Roman"/>
              <a:buNone/>
            </a:pPr>
            <a:r>
              <a:rPr b="1" i="0" lang="en-US" sz="2400" u="none">
                <a:solidFill>
                  <a:srgbClr val="0033CC"/>
                </a:solidFill>
                <a:latin typeface="Times New Roman"/>
                <a:ea typeface="Times New Roman"/>
                <a:cs typeface="Times New Roman"/>
                <a:sym typeface="Times New Roman"/>
              </a:rPr>
              <a:t>Noiseless Channel: Nyquist Bit Rate</a:t>
            </a:r>
            <a:br>
              <a:rPr b="1" i="0" lang="en-US" sz="2400" u="none">
                <a:solidFill>
                  <a:srgbClr val="0033CC"/>
                </a:solidFill>
                <a:latin typeface="Times New Roman"/>
                <a:ea typeface="Times New Roman"/>
                <a:cs typeface="Times New Roman"/>
                <a:sym typeface="Times New Roman"/>
              </a:rPr>
            </a:br>
            <a:r>
              <a:rPr b="1" i="0" lang="en-US" sz="2400" u="none">
                <a:solidFill>
                  <a:srgbClr val="0033CC"/>
                </a:solidFill>
                <a:latin typeface="Times New Roman"/>
                <a:ea typeface="Times New Roman"/>
                <a:cs typeface="Times New Roman"/>
                <a:sym typeface="Times New Roman"/>
              </a:rPr>
              <a:t>Noisy Channel: Shannon Capacity</a:t>
            </a:r>
            <a:br>
              <a:rPr b="1" i="0" lang="en-US" sz="2400" u="none">
                <a:solidFill>
                  <a:srgbClr val="0033CC"/>
                </a:solidFill>
                <a:latin typeface="Times New Roman"/>
                <a:ea typeface="Times New Roman"/>
                <a:cs typeface="Times New Roman"/>
                <a:sym typeface="Times New Roman"/>
              </a:rPr>
            </a:br>
            <a:r>
              <a:rPr b="1" i="0" lang="en-US" sz="2400" u="none">
                <a:solidFill>
                  <a:srgbClr val="0033CC"/>
                </a:solidFill>
                <a:latin typeface="Times New Roman"/>
                <a:ea typeface="Times New Roman"/>
                <a:cs typeface="Times New Roman"/>
                <a:sym typeface="Times New Roman"/>
              </a:rPr>
              <a:t>Using Both Limits</a:t>
            </a:r>
            <a:endParaRPr/>
          </a:p>
        </p:txBody>
      </p:sp>
      <p:sp>
        <p:nvSpPr>
          <p:cNvPr id="161" name="Google Shape;161;p6"/>
          <p:cNvSpPr txBox="1"/>
          <p:nvPr/>
        </p:nvSpPr>
        <p:spPr>
          <a:xfrm>
            <a:off x="165100" y="4343400"/>
            <a:ext cx="4862512" cy="5191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hlink"/>
              </a:buClr>
              <a:buSzPts val="2800"/>
              <a:buFont typeface="Times New Roman"/>
              <a:buNone/>
            </a:pPr>
            <a:r>
              <a:rPr b="1" i="1" lang="en-US" sz="2800" u="sng">
                <a:solidFill>
                  <a:schemeClr val="hlink"/>
                </a:solidFill>
                <a:latin typeface="Times New Roman"/>
                <a:ea typeface="Times New Roman"/>
                <a:cs typeface="Times New Roman"/>
                <a:sym typeface="Times New Roman"/>
              </a:rPr>
              <a:t>Topics discussed in this section:</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7"/>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a:solidFill>
                  <a:schemeClr val="dk1"/>
                </a:solidFill>
                <a:latin typeface="Arial"/>
                <a:ea typeface="Arial"/>
                <a:cs typeface="Arial"/>
                <a:sym typeface="Arial"/>
              </a:rPr>
              <a:t>3.</a:t>
            </a:r>
            <a:fld id="{00000000-1234-1234-1234-123412341234}" type="slidenum">
              <a:rPr b="1" i="0" lang="en-US" sz="2000" u="none">
                <a:solidFill>
                  <a:schemeClr val="dk1"/>
                </a:solidFill>
                <a:latin typeface="Arial"/>
                <a:ea typeface="Arial"/>
                <a:cs typeface="Arial"/>
                <a:sym typeface="Arial"/>
              </a:rPr>
              <a:t>‹#›</a:t>
            </a:fld>
            <a:endParaRPr/>
          </a:p>
        </p:txBody>
      </p:sp>
      <p:sp>
        <p:nvSpPr>
          <p:cNvPr id="168" name="Google Shape;168;p7"/>
          <p:cNvSpPr txBox="1"/>
          <p:nvPr/>
        </p:nvSpPr>
        <p:spPr>
          <a:xfrm>
            <a:off x="0" y="0"/>
            <a:ext cx="9144000" cy="838200"/>
          </a:xfrm>
          <a:prstGeom prst="rect">
            <a:avLst/>
          </a:prstGeom>
          <a:solidFill>
            <a:srgbClr val="33CC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1" sz="2800" u="none">
              <a:solidFill>
                <a:schemeClr val="dk1"/>
              </a:solidFill>
              <a:latin typeface="Times New Roman"/>
              <a:ea typeface="Times New Roman"/>
              <a:cs typeface="Times New Roman"/>
              <a:sym typeface="Times New Roman"/>
            </a:endParaRPr>
          </a:p>
        </p:txBody>
      </p:sp>
      <p:sp>
        <p:nvSpPr>
          <p:cNvPr id="169" name="Google Shape;169;p7"/>
          <p:cNvSpPr txBox="1"/>
          <p:nvPr/>
        </p:nvSpPr>
        <p:spPr>
          <a:xfrm>
            <a:off x="228600" y="76200"/>
            <a:ext cx="4986337"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Times"/>
              <a:buNone/>
            </a:pPr>
            <a:r>
              <a:rPr b="1" i="0" lang="en-US" sz="3200" u="none">
                <a:solidFill>
                  <a:schemeClr val="dk1"/>
                </a:solidFill>
                <a:latin typeface="Times"/>
                <a:ea typeface="Times"/>
                <a:cs typeface="Times"/>
                <a:sym typeface="Times"/>
              </a:rPr>
              <a:t>3-5   DATA RATE LIMITS</a:t>
            </a:r>
            <a:endParaRPr/>
          </a:p>
        </p:txBody>
      </p:sp>
      <p:sp>
        <p:nvSpPr>
          <p:cNvPr id="170" name="Google Shape;170;p7"/>
          <p:cNvSpPr txBox="1"/>
          <p:nvPr/>
        </p:nvSpPr>
        <p:spPr>
          <a:xfrm>
            <a:off x="8229600" y="6400800"/>
            <a:ext cx="18415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1" baseline="-25000" i="1" sz="2800" u="none">
              <a:solidFill>
                <a:schemeClr val="dk1"/>
              </a:solidFill>
              <a:latin typeface="Times New Roman"/>
              <a:ea typeface="Times New Roman"/>
              <a:cs typeface="Times New Roman"/>
              <a:sym typeface="Times New Roman"/>
            </a:endParaRPr>
          </a:p>
        </p:txBody>
      </p:sp>
      <p:sp>
        <p:nvSpPr>
          <p:cNvPr id="171" name="Google Shape;171;p7"/>
          <p:cNvSpPr txBox="1"/>
          <p:nvPr/>
        </p:nvSpPr>
        <p:spPr>
          <a:xfrm>
            <a:off x="241300" y="1066800"/>
            <a:ext cx="8674200" cy="120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33CC"/>
              </a:buClr>
              <a:buSzPts val="2400"/>
              <a:buFont typeface="Times New Roman"/>
              <a:buNone/>
            </a:pPr>
            <a:r>
              <a:rPr b="1" i="0" lang="en-US" sz="2400" u="none">
                <a:solidFill>
                  <a:srgbClr val="0033CC"/>
                </a:solidFill>
                <a:latin typeface="Times New Roman"/>
                <a:ea typeface="Times New Roman"/>
                <a:cs typeface="Times New Roman"/>
                <a:sym typeface="Times New Roman"/>
              </a:rPr>
              <a:t>Noiseless Channel: Nyquist Bit Rate</a:t>
            </a:r>
            <a:br>
              <a:rPr b="1" i="0" lang="en-US" sz="2400" u="none">
                <a:solidFill>
                  <a:srgbClr val="0033CC"/>
                </a:solidFill>
                <a:latin typeface="Times New Roman"/>
                <a:ea typeface="Times New Roman"/>
                <a:cs typeface="Times New Roman"/>
                <a:sym typeface="Times New Roman"/>
              </a:rPr>
            </a:br>
            <a:r>
              <a:rPr b="1" i="0" lang="en-US" sz="2400" u="none">
                <a:solidFill>
                  <a:srgbClr val="0033CC"/>
                </a:solidFill>
                <a:latin typeface="Times New Roman"/>
                <a:ea typeface="Times New Roman"/>
                <a:cs typeface="Times New Roman"/>
                <a:sym typeface="Times New Roman"/>
              </a:rPr>
              <a:t>-Theor</a:t>
            </a:r>
            <a:r>
              <a:rPr b="1" lang="en-US" sz="2400">
                <a:solidFill>
                  <a:srgbClr val="0033CC"/>
                </a:solidFill>
                <a:latin typeface="Times New Roman"/>
                <a:ea typeface="Times New Roman"/>
                <a:cs typeface="Times New Roman"/>
                <a:sym typeface="Times New Roman"/>
              </a:rPr>
              <a:t>e</a:t>
            </a:r>
            <a:r>
              <a:rPr b="1" i="0" lang="en-US" sz="2400" u="none">
                <a:solidFill>
                  <a:srgbClr val="0033CC"/>
                </a:solidFill>
                <a:latin typeface="Times New Roman"/>
                <a:ea typeface="Times New Roman"/>
                <a:cs typeface="Times New Roman"/>
                <a:sym typeface="Times New Roman"/>
              </a:rPr>
              <a:t>tical maximum bit rate</a:t>
            </a:r>
            <a:endParaRPr/>
          </a:p>
          <a:p>
            <a:pPr indent="0" lvl="0" marL="0" marR="0" rtl="0" algn="l">
              <a:lnSpc>
                <a:spcPct val="100000"/>
              </a:lnSpc>
              <a:spcBef>
                <a:spcPts val="0"/>
              </a:spcBef>
              <a:spcAft>
                <a:spcPts val="0"/>
              </a:spcAft>
              <a:buNone/>
            </a:pPr>
            <a:r>
              <a:t/>
            </a:r>
            <a:endParaRPr b="1" i="0" sz="2400" u="none">
              <a:solidFill>
                <a:srgbClr val="0033CC"/>
              </a:solidFill>
              <a:latin typeface="Times New Roman"/>
              <a:ea typeface="Times New Roman"/>
              <a:cs typeface="Times New Roman"/>
              <a:sym typeface="Times New Roman"/>
            </a:endParaRPr>
          </a:p>
        </p:txBody>
      </p:sp>
      <p:pic>
        <p:nvPicPr>
          <p:cNvPr id="172" name="Google Shape;172;p7"/>
          <p:cNvPicPr preferRelativeResize="0"/>
          <p:nvPr/>
        </p:nvPicPr>
        <p:blipFill rotWithShape="1">
          <a:blip r:embed="rId3">
            <a:alphaModFix/>
          </a:blip>
          <a:srcRect b="0" l="0" r="0" t="0"/>
          <a:stretch/>
        </p:blipFill>
        <p:spPr>
          <a:xfrm>
            <a:off x="2284412" y="2971800"/>
            <a:ext cx="4586287" cy="1150937"/>
          </a:xfrm>
          <a:prstGeom prst="rect">
            <a:avLst/>
          </a:prstGeom>
          <a:noFill/>
          <a:ln>
            <a:noFill/>
          </a:ln>
        </p:spPr>
      </p:pic>
      <p:sp>
        <p:nvSpPr>
          <p:cNvPr id="173" name="Google Shape;173;p7"/>
          <p:cNvSpPr txBox="1"/>
          <p:nvPr/>
        </p:nvSpPr>
        <p:spPr>
          <a:xfrm>
            <a:off x="1371600" y="4724400"/>
            <a:ext cx="4038600" cy="6667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800"/>
              <a:buFont typeface="Times New Roman"/>
              <a:buNone/>
            </a:pPr>
            <a:r>
              <a:rPr b="1" baseline="-25000" i="1" lang="en-US" sz="2800" u="none">
                <a:solidFill>
                  <a:schemeClr val="dk1"/>
                </a:solidFill>
                <a:latin typeface="Times New Roman"/>
                <a:ea typeface="Times New Roman"/>
                <a:cs typeface="Times New Roman"/>
                <a:sym typeface="Times New Roman"/>
              </a:rPr>
              <a:t>L=number of signal levels used to represent data</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8"/>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a:solidFill>
                  <a:schemeClr val="dk1"/>
                </a:solidFill>
                <a:latin typeface="Arial"/>
                <a:ea typeface="Arial"/>
                <a:cs typeface="Arial"/>
                <a:sym typeface="Arial"/>
              </a:rPr>
              <a:t>3.</a:t>
            </a:r>
            <a:fld id="{00000000-1234-1234-1234-123412341234}" type="slidenum">
              <a:rPr b="1" i="0" lang="en-US" sz="2000" u="none">
                <a:solidFill>
                  <a:schemeClr val="dk1"/>
                </a:solidFill>
                <a:latin typeface="Arial"/>
                <a:ea typeface="Arial"/>
                <a:cs typeface="Arial"/>
                <a:sym typeface="Arial"/>
              </a:rPr>
              <a:t>‹#›</a:t>
            </a:fld>
            <a:endParaRPr/>
          </a:p>
        </p:txBody>
      </p:sp>
      <p:sp>
        <p:nvSpPr>
          <p:cNvPr id="180" name="Google Shape;180;p8"/>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1" sz="2800" u="none">
              <a:solidFill>
                <a:schemeClr val="dk1"/>
              </a:solidFill>
              <a:latin typeface="Times New Roman"/>
              <a:ea typeface="Times New Roman"/>
              <a:cs typeface="Times New Roman"/>
              <a:sym typeface="Times New Roman"/>
            </a:endParaRPr>
          </a:p>
        </p:txBody>
      </p:sp>
      <p:sp>
        <p:nvSpPr>
          <p:cNvPr id="181" name="Google Shape;181;p8"/>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1" sz="2800" u="none">
              <a:solidFill>
                <a:schemeClr val="dk1"/>
              </a:solidFill>
              <a:latin typeface="Times New Roman"/>
              <a:ea typeface="Times New Roman"/>
              <a:cs typeface="Times New Roman"/>
              <a:sym typeface="Times New Roman"/>
            </a:endParaRPr>
          </a:p>
        </p:txBody>
      </p:sp>
      <p:sp>
        <p:nvSpPr>
          <p:cNvPr id="182" name="Google Shape;182;p8"/>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1" sz="2800" u="none">
              <a:solidFill>
                <a:schemeClr val="dk1"/>
              </a:solidFill>
              <a:latin typeface="Times New Roman"/>
              <a:ea typeface="Times New Roman"/>
              <a:cs typeface="Times New Roman"/>
              <a:sym typeface="Times New Roman"/>
            </a:endParaRPr>
          </a:p>
        </p:txBody>
      </p:sp>
      <p:sp>
        <p:nvSpPr>
          <p:cNvPr id="183" name="Google Shape;183;p8"/>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1" sz="2800" u="none">
              <a:solidFill>
                <a:schemeClr val="dk1"/>
              </a:solidFill>
              <a:latin typeface="Times New Roman"/>
              <a:ea typeface="Times New Roman"/>
              <a:cs typeface="Times New Roman"/>
              <a:sym typeface="Times New Roman"/>
            </a:endParaRPr>
          </a:p>
        </p:txBody>
      </p:sp>
      <p:sp>
        <p:nvSpPr>
          <p:cNvPr id="184" name="Google Shape;184;p8"/>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1" sz="2800" u="none">
              <a:solidFill>
                <a:schemeClr val="dk1"/>
              </a:solidFill>
              <a:latin typeface="Times New Roman"/>
              <a:ea typeface="Times New Roman"/>
              <a:cs typeface="Times New Roman"/>
              <a:sym typeface="Times New Roman"/>
            </a:endParaRPr>
          </a:p>
        </p:txBody>
      </p:sp>
      <p:sp>
        <p:nvSpPr>
          <p:cNvPr id="185" name="Google Shape;185;p8"/>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1" sz="2800" u="none">
              <a:solidFill>
                <a:schemeClr val="dk1"/>
              </a:solidFill>
              <a:latin typeface="Times New Roman"/>
              <a:ea typeface="Times New Roman"/>
              <a:cs typeface="Times New Roman"/>
              <a:sym typeface="Times New Roman"/>
            </a:endParaRPr>
          </a:p>
        </p:txBody>
      </p:sp>
      <p:sp>
        <p:nvSpPr>
          <p:cNvPr id="186" name="Google Shape;186;p8"/>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1" sz="2800" u="none">
              <a:solidFill>
                <a:schemeClr val="dk1"/>
              </a:solidFill>
              <a:latin typeface="Times New Roman"/>
              <a:ea typeface="Times New Roman"/>
              <a:cs typeface="Times New Roman"/>
              <a:sym typeface="Times New Roman"/>
            </a:endParaRPr>
          </a:p>
        </p:txBody>
      </p:sp>
      <p:cxnSp>
        <p:nvCxnSpPr>
          <p:cNvPr id="187" name="Google Shape;187;p8"/>
          <p:cNvCxnSpPr/>
          <p:nvPr/>
        </p:nvCxnSpPr>
        <p:spPr>
          <a:xfrm>
            <a:off x="457200" y="2971800"/>
            <a:ext cx="8153400" cy="0"/>
          </a:xfrm>
          <a:prstGeom prst="straightConnector1">
            <a:avLst/>
          </a:prstGeom>
          <a:noFill/>
          <a:ln cap="flat" cmpd="sng" w="76200">
            <a:solidFill>
              <a:srgbClr val="009900"/>
            </a:solidFill>
            <a:prstDash val="solid"/>
            <a:miter lim="800000"/>
            <a:headEnd len="med" w="med" type="none"/>
            <a:tailEnd len="med" w="med" type="none"/>
          </a:ln>
        </p:spPr>
      </p:cxnSp>
      <p:cxnSp>
        <p:nvCxnSpPr>
          <p:cNvPr id="188" name="Google Shape;188;p8"/>
          <p:cNvCxnSpPr/>
          <p:nvPr/>
        </p:nvCxnSpPr>
        <p:spPr>
          <a:xfrm>
            <a:off x="458787" y="4267200"/>
            <a:ext cx="8153400" cy="0"/>
          </a:xfrm>
          <a:prstGeom prst="straightConnector1">
            <a:avLst/>
          </a:prstGeom>
          <a:noFill/>
          <a:ln cap="flat" cmpd="sng" w="76200">
            <a:solidFill>
              <a:srgbClr val="009900"/>
            </a:solidFill>
            <a:prstDash val="solid"/>
            <a:miter lim="800000"/>
            <a:headEnd len="med" w="med" type="none"/>
            <a:tailEnd len="med" w="med" type="none"/>
          </a:ln>
        </p:spPr>
      </p:cxnSp>
      <p:sp>
        <p:nvSpPr>
          <p:cNvPr id="189" name="Google Shape;189;p8"/>
          <p:cNvSpPr txBox="1"/>
          <p:nvPr/>
        </p:nvSpPr>
        <p:spPr>
          <a:xfrm>
            <a:off x="495300" y="3063875"/>
            <a:ext cx="8077200" cy="1066800"/>
          </a:xfrm>
          <a:prstGeom prst="rect">
            <a:avLst/>
          </a:prstGeom>
          <a:solidFill>
            <a:srgbClr val="99FF33"/>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3200"/>
              <a:buFont typeface="Arial"/>
              <a:buNone/>
            </a:pPr>
            <a:r>
              <a:rPr b="1" i="0" lang="en-US" sz="3200" u="none">
                <a:solidFill>
                  <a:schemeClr val="dk1"/>
                </a:solidFill>
                <a:latin typeface="Arial"/>
                <a:ea typeface="Arial"/>
                <a:cs typeface="Arial"/>
                <a:sym typeface="Arial"/>
              </a:rPr>
              <a:t>Increasing the levels of a signal may reduce the reliability of the system.</a:t>
            </a:r>
            <a:endParaRPr/>
          </a:p>
        </p:txBody>
      </p:sp>
      <p:grpSp>
        <p:nvGrpSpPr>
          <p:cNvPr id="190" name="Google Shape;190;p8"/>
          <p:cNvGrpSpPr/>
          <p:nvPr/>
        </p:nvGrpSpPr>
        <p:grpSpPr>
          <a:xfrm>
            <a:off x="457200" y="2286000"/>
            <a:ext cx="1143000" cy="566737"/>
            <a:chOff x="1200" y="1248"/>
            <a:chExt cx="720" cy="357"/>
          </a:xfrm>
        </p:grpSpPr>
        <p:pic>
          <p:nvPicPr>
            <p:cNvPr id="191" name="Google Shape;191;p8"/>
            <p:cNvPicPr preferRelativeResize="0"/>
            <p:nvPr/>
          </p:nvPicPr>
          <p:blipFill rotWithShape="1">
            <a:blip r:embed="rId3">
              <a:alphaModFix/>
            </a:blip>
            <a:srcRect b="0" l="0" r="0" t="0"/>
            <a:stretch/>
          </p:blipFill>
          <p:spPr>
            <a:xfrm>
              <a:off x="1200" y="1248"/>
              <a:ext cx="720" cy="357"/>
            </a:xfrm>
            <a:prstGeom prst="rect">
              <a:avLst/>
            </a:prstGeom>
            <a:noFill/>
            <a:ln>
              <a:noFill/>
            </a:ln>
          </p:spPr>
        </p:pic>
        <p:sp>
          <p:nvSpPr>
            <p:cNvPr id="192" name="Google Shape;192;p8"/>
            <p:cNvSpPr txBox="1"/>
            <p:nvPr/>
          </p:nvSpPr>
          <p:spPr>
            <a:xfrm>
              <a:off x="1284" y="1248"/>
              <a:ext cx="551" cy="32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2800"/>
                <a:buFont typeface="Times New Roman"/>
                <a:buNone/>
              </a:pPr>
              <a:r>
                <a:rPr b="1" i="1" lang="en-US" sz="2800" u="none">
                  <a:solidFill>
                    <a:schemeClr val="hlink"/>
                  </a:solidFill>
                  <a:latin typeface="Times New Roman"/>
                  <a:ea typeface="Times New Roman"/>
                  <a:cs typeface="Times New Roman"/>
                  <a:sym typeface="Times New Roman"/>
                </a:rPr>
                <a:t>Note</a:t>
              </a:r>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9"/>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a:solidFill>
                  <a:schemeClr val="dk1"/>
                </a:solidFill>
                <a:latin typeface="Arial"/>
                <a:ea typeface="Arial"/>
                <a:cs typeface="Arial"/>
                <a:sym typeface="Arial"/>
              </a:rPr>
              <a:t>3.</a:t>
            </a:r>
            <a:fld id="{00000000-1234-1234-1234-123412341234}" type="slidenum">
              <a:rPr b="1" i="0" lang="en-US" sz="2000" u="none">
                <a:solidFill>
                  <a:schemeClr val="dk1"/>
                </a:solidFill>
                <a:latin typeface="Arial"/>
                <a:ea typeface="Arial"/>
                <a:cs typeface="Arial"/>
                <a:sym typeface="Arial"/>
              </a:rPr>
              <a:t>‹#›</a:t>
            </a:fld>
            <a:endParaRPr/>
          </a:p>
        </p:txBody>
      </p:sp>
      <p:sp>
        <p:nvSpPr>
          <p:cNvPr id="199" name="Google Shape;199;p9"/>
          <p:cNvSpPr txBox="1"/>
          <p:nvPr/>
        </p:nvSpPr>
        <p:spPr>
          <a:xfrm>
            <a:off x="366712" y="350837"/>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1" sz="2800" u="none">
              <a:solidFill>
                <a:schemeClr val="dk1"/>
              </a:solidFill>
              <a:latin typeface="Times New Roman"/>
              <a:ea typeface="Times New Roman"/>
              <a:cs typeface="Times New Roman"/>
              <a:sym typeface="Times New Roman"/>
            </a:endParaRPr>
          </a:p>
        </p:txBody>
      </p:sp>
      <p:sp>
        <p:nvSpPr>
          <p:cNvPr id="200" name="Google Shape;200;p9"/>
          <p:cNvSpPr txBox="1"/>
          <p:nvPr/>
        </p:nvSpPr>
        <p:spPr>
          <a:xfrm>
            <a:off x="749300" y="350837"/>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1" sz="2800" u="none">
              <a:solidFill>
                <a:schemeClr val="dk1"/>
              </a:solidFill>
              <a:latin typeface="Times New Roman"/>
              <a:ea typeface="Times New Roman"/>
              <a:cs typeface="Times New Roman"/>
              <a:sym typeface="Times New Roman"/>
            </a:endParaRPr>
          </a:p>
        </p:txBody>
      </p:sp>
      <p:grpSp>
        <p:nvGrpSpPr>
          <p:cNvPr id="201" name="Google Shape;201;p9"/>
          <p:cNvGrpSpPr/>
          <p:nvPr/>
        </p:nvGrpSpPr>
        <p:grpSpPr>
          <a:xfrm>
            <a:off x="490537" y="773112"/>
            <a:ext cx="738187" cy="474662"/>
            <a:chOff x="309" y="487"/>
            <a:chExt cx="465" cy="299"/>
          </a:xfrm>
        </p:grpSpPr>
        <p:sp>
          <p:nvSpPr>
            <p:cNvPr id="202" name="Google Shape;202;p9"/>
            <p:cNvSpPr txBox="1"/>
            <p:nvPr/>
          </p:nvSpPr>
          <p:spPr>
            <a:xfrm>
              <a:off x="309" y="487"/>
              <a:ext cx="266" cy="299"/>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1" sz="2800" u="none">
                <a:solidFill>
                  <a:schemeClr val="dk1"/>
                </a:solidFill>
                <a:latin typeface="Times New Roman"/>
                <a:ea typeface="Times New Roman"/>
                <a:cs typeface="Times New Roman"/>
                <a:sym typeface="Times New Roman"/>
              </a:endParaRPr>
            </a:p>
          </p:txBody>
        </p:sp>
        <p:sp>
          <p:nvSpPr>
            <p:cNvPr id="203" name="Google Shape;203;p9"/>
            <p:cNvSpPr txBox="1"/>
            <p:nvPr/>
          </p:nvSpPr>
          <p:spPr>
            <a:xfrm>
              <a:off x="542" y="487"/>
              <a:ext cx="232" cy="299"/>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1" sz="2800" u="none">
                <a:solidFill>
                  <a:schemeClr val="dk1"/>
                </a:solidFill>
                <a:latin typeface="Times New Roman"/>
                <a:ea typeface="Times New Roman"/>
                <a:cs typeface="Times New Roman"/>
                <a:sym typeface="Times New Roman"/>
              </a:endParaRPr>
            </a:p>
          </p:txBody>
        </p:sp>
      </p:grpSp>
      <p:sp>
        <p:nvSpPr>
          <p:cNvPr id="204" name="Google Shape;204;p9"/>
          <p:cNvSpPr txBox="1"/>
          <p:nvPr/>
        </p:nvSpPr>
        <p:spPr>
          <a:xfrm>
            <a:off x="76200" y="700087"/>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1" sz="2800" u="none">
              <a:solidFill>
                <a:schemeClr val="dk1"/>
              </a:solidFill>
              <a:latin typeface="Times New Roman"/>
              <a:ea typeface="Times New Roman"/>
              <a:cs typeface="Times New Roman"/>
              <a:sym typeface="Times New Roman"/>
            </a:endParaRPr>
          </a:p>
        </p:txBody>
      </p:sp>
      <p:sp>
        <p:nvSpPr>
          <p:cNvPr id="205" name="Google Shape;205;p9"/>
          <p:cNvSpPr txBox="1"/>
          <p:nvPr/>
        </p:nvSpPr>
        <p:spPr>
          <a:xfrm>
            <a:off x="711200" y="242887"/>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1" sz="2800" u="none">
              <a:solidFill>
                <a:schemeClr val="dk1"/>
              </a:solidFill>
              <a:latin typeface="Times New Roman"/>
              <a:ea typeface="Times New Roman"/>
              <a:cs typeface="Times New Roman"/>
              <a:sym typeface="Times New Roman"/>
            </a:endParaRPr>
          </a:p>
        </p:txBody>
      </p:sp>
      <p:sp>
        <p:nvSpPr>
          <p:cNvPr id="206" name="Google Shape;206;p9"/>
          <p:cNvSpPr txBox="1"/>
          <p:nvPr/>
        </p:nvSpPr>
        <p:spPr>
          <a:xfrm>
            <a:off x="442912" y="773112"/>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1" sz="2800" u="none">
              <a:solidFill>
                <a:schemeClr val="dk1"/>
              </a:solidFill>
              <a:latin typeface="Times New Roman"/>
              <a:ea typeface="Times New Roman"/>
              <a:cs typeface="Times New Roman"/>
              <a:sym typeface="Times New Roman"/>
            </a:endParaRPr>
          </a:p>
        </p:txBody>
      </p:sp>
      <p:sp>
        <p:nvSpPr>
          <p:cNvPr id="207" name="Google Shape;207;p9"/>
          <p:cNvSpPr txBox="1"/>
          <p:nvPr/>
        </p:nvSpPr>
        <p:spPr>
          <a:xfrm>
            <a:off x="152400" y="1447800"/>
            <a:ext cx="8839200" cy="3810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1" sz="2800" u="none">
              <a:solidFill>
                <a:schemeClr val="dk1"/>
              </a:solidFill>
              <a:latin typeface="Times New Roman"/>
              <a:ea typeface="Times New Roman"/>
              <a:cs typeface="Times New Roman"/>
              <a:sym typeface="Times New Roman"/>
            </a:endParaRPr>
          </a:p>
        </p:txBody>
      </p:sp>
      <p:sp>
        <p:nvSpPr>
          <p:cNvPr id="208" name="Google Shape;208;p9"/>
          <p:cNvSpPr txBox="1"/>
          <p:nvPr/>
        </p:nvSpPr>
        <p:spPr>
          <a:xfrm>
            <a:off x="228600" y="1447800"/>
            <a:ext cx="8534400" cy="1373187"/>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Times New Roman"/>
              <a:buNone/>
            </a:pPr>
            <a:r>
              <a:rPr b="1" i="1" lang="en-US" sz="2800" u="none">
                <a:solidFill>
                  <a:schemeClr val="dk1"/>
                </a:solidFill>
                <a:latin typeface="Times New Roman"/>
                <a:ea typeface="Times New Roman"/>
                <a:cs typeface="Times New Roman"/>
                <a:sym typeface="Times New Roman"/>
              </a:rPr>
              <a:t>Consider a noiseless channel with a bandwidth of 3000 Hz transmitting a signal with two signal levels. The maximum bit rate can be calculated as</a:t>
            </a:r>
            <a:endParaRPr/>
          </a:p>
        </p:txBody>
      </p:sp>
      <p:sp>
        <p:nvSpPr>
          <p:cNvPr id="209" name="Google Shape;209;p9"/>
          <p:cNvSpPr txBox="1"/>
          <p:nvPr/>
        </p:nvSpPr>
        <p:spPr>
          <a:xfrm>
            <a:off x="1143000" y="182562"/>
            <a:ext cx="2487612"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3200"/>
              <a:buFont typeface="Times New Roman"/>
              <a:buNone/>
            </a:pPr>
            <a:r>
              <a:rPr b="1" i="1" lang="en-US" sz="3200" u="none">
                <a:solidFill>
                  <a:schemeClr val="hlink"/>
                </a:solidFill>
                <a:latin typeface="Times New Roman"/>
                <a:ea typeface="Times New Roman"/>
                <a:cs typeface="Times New Roman"/>
                <a:sym typeface="Times New Roman"/>
              </a:rPr>
              <a:t>Example 3.34</a:t>
            </a:r>
            <a:endParaRPr/>
          </a:p>
        </p:txBody>
      </p:sp>
      <p:pic>
        <p:nvPicPr>
          <p:cNvPr id="210" name="Google Shape;210;p9"/>
          <p:cNvPicPr preferRelativeResize="0"/>
          <p:nvPr/>
        </p:nvPicPr>
        <p:blipFill rotWithShape="1">
          <a:blip r:embed="rId3">
            <a:alphaModFix/>
          </a:blip>
          <a:srcRect b="0" l="0" r="0" t="0"/>
          <a:stretch/>
        </p:blipFill>
        <p:spPr>
          <a:xfrm>
            <a:off x="2398712" y="3252787"/>
            <a:ext cx="4346575" cy="350837"/>
          </a:xfrm>
          <a:prstGeom prst="rect">
            <a:avLst/>
          </a:prstGeom>
          <a:noFill/>
          <a:ln cap="flat" cmpd="thickThin" w="57150">
            <a:solidFill>
              <a:schemeClr val="folHlink"/>
            </a:solidFill>
            <a:prstDash val="solid"/>
            <a:miter lim="800000"/>
            <a:headEnd len="sm" w="sm" type="none"/>
            <a:tailEnd len="sm" w="sm" type="none"/>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10"/>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a:solidFill>
                  <a:schemeClr val="dk1"/>
                </a:solidFill>
                <a:latin typeface="Arial"/>
                <a:ea typeface="Arial"/>
                <a:cs typeface="Arial"/>
                <a:sym typeface="Arial"/>
              </a:rPr>
              <a:t>3.</a:t>
            </a:r>
            <a:fld id="{00000000-1234-1234-1234-123412341234}" type="slidenum">
              <a:rPr b="1" i="0" lang="en-US" sz="2000" u="none">
                <a:solidFill>
                  <a:schemeClr val="dk1"/>
                </a:solidFill>
                <a:latin typeface="Arial"/>
                <a:ea typeface="Arial"/>
                <a:cs typeface="Arial"/>
                <a:sym typeface="Arial"/>
              </a:rPr>
              <a:t>‹#›</a:t>
            </a:fld>
            <a:endParaRPr/>
          </a:p>
        </p:txBody>
      </p:sp>
      <p:sp>
        <p:nvSpPr>
          <p:cNvPr id="217" name="Google Shape;217;p10"/>
          <p:cNvSpPr txBox="1"/>
          <p:nvPr/>
        </p:nvSpPr>
        <p:spPr>
          <a:xfrm>
            <a:off x="366712" y="350837"/>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1" sz="2800" u="none">
              <a:solidFill>
                <a:schemeClr val="dk1"/>
              </a:solidFill>
              <a:latin typeface="Times New Roman"/>
              <a:ea typeface="Times New Roman"/>
              <a:cs typeface="Times New Roman"/>
              <a:sym typeface="Times New Roman"/>
            </a:endParaRPr>
          </a:p>
        </p:txBody>
      </p:sp>
      <p:sp>
        <p:nvSpPr>
          <p:cNvPr id="218" name="Google Shape;218;p10"/>
          <p:cNvSpPr txBox="1"/>
          <p:nvPr/>
        </p:nvSpPr>
        <p:spPr>
          <a:xfrm>
            <a:off x="749300" y="350837"/>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1" sz="2800" u="none">
              <a:solidFill>
                <a:schemeClr val="dk1"/>
              </a:solidFill>
              <a:latin typeface="Times New Roman"/>
              <a:ea typeface="Times New Roman"/>
              <a:cs typeface="Times New Roman"/>
              <a:sym typeface="Times New Roman"/>
            </a:endParaRPr>
          </a:p>
        </p:txBody>
      </p:sp>
      <p:grpSp>
        <p:nvGrpSpPr>
          <p:cNvPr id="219" name="Google Shape;219;p10"/>
          <p:cNvGrpSpPr/>
          <p:nvPr/>
        </p:nvGrpSpPr>
        <p:grpSpPr>
          <a:xfrm>
            <a:off x="490537" y="773112"/>
            <a:ext cx="738187" cy="474662"/>
            <a:chOff x="309" y="487"/>
            <a:chExt cx="465" cy="299"/>
          </a:xfrm>
        </p:grpSpPr>
        <p:sp>
          <p:nvSpPr>
            <p:cNvPr id="220" name="Google Shape;220;p10"/>
            <p:cNvSpPr txBox="1"/>
            <p:nvPr/>
          </p:nvSpPr>
          <p:spPr>
            <a:xfrm>
              <a:off x="309" y="487"/>
              <a:ext cx="266" cy="299"/>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1" sz="2800" u="none">
                <a:solidFill>
                  <a:schemeClr val="dk1"/>
                </a:solidFill>
                <a:latin typeface="Times New Roman"/>
                <a:ea typeface="Times New Roman"/>
                <a:cs typeface="Times New Roman"/>
                <a:sym typeface="Times New Roman"/>
              </a:endParaRPr>
            </a:p>
          </p:txBody>
        </p:sp>
        <p:sp>
          <p:nvSpPr>
            <p:cNvPr id="221" name="Google Shape;221;p10"/>
            <p:cNvSpPr txBox="1"/>
            <p:nvPr/>
          </p:nvSpPr>
          <p:spPr>
            <a:xfrm>
              <a:off x="542" y="487"/>
              <a:ext cx="232" cy="299"/>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1" sz="2800" u="none">
                <a:solidFill>
                  <a:schemeClr val="dk1"/>
                </a:solidFill>
                <a:latin typeface="Times New Roman"/>
                <a:ea typeface="Times New Roman"/>
                <a:cs typeface="Times New Roman"/>
                <a:sym typeface="Times New Roman"/>
              </a:endParaRPr>
            </a:p>
          </p:txBody>
        </p:sp>
      </p:grpSp>
      <p:sp>
        <p:nvSpPr>
          <p:cNvPr id="222" name="Google Shape;222;p10"/>
          <p:cNvSpPr txBox="1"/>
          <p:nvPr/>
        </p:nvSpPr>
        <p:spPr>
          <a:xfrm>
            <a:off x="76200" y="700087"/>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1" sz="2800" u="none">
              <a:solidFill>
                <a:schemeClr val="dk1"/>
              </a:solidFill>
              <a:latin typeface="Times New Roman"/>
              <a:ea typeface="Times New Roman"/>
              <a:cs typeface="Times New Roman"/>
              <a:sym typeface="Times New Roman"/>
            </a:endParaRPr>
          </a:p>
        </p:txBody>
      </p:sp>
      <p:sp>
        <p:nvSpPr>
          <p:cNvPr id="223" name="Google Shape;223;p10"/>
          <p:cNvSpPr txBox="1"/>
          <p:nvPr/>
        </p:nvSpPr>
        <p:spPr>
          <a:xfrm>
            <a:off x="711200" y="242887"/>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1" sz="2800" u="none">
              <a:solidFill>
                <a:schemeClr val="dk1"/>
              </a:solidFill>
              <a:latin typeface="Times New Roman"/>
              <a:ea typeface="Times New Roman"/>
              <a:cs typeface="Times New Roman"/>
              <a:sym typeface="Times New Roman"/>
            </a:endParaRPr>
          </a:p>
        </p:txBody>
      </p:sp>
      <p:sp>
        <p:nvSpPr>
          <p:cNvPr id="224" name="Google Shape;224;p10"/>
          <p:cNvSpPr txBox="1"/>
          <p:nvPr/>
        </p:nvSpPr>
        <p:spPr>
          <a:xfrm>
            <a:off x="442912" y="773112"/>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1" sz="2800" u="none">
              <a:solidFill>
                <a:schemeClr val="dk1"/>
              </a:solidFill>
              <a:latin typeface="Times New Roman"/>
              <a:ea typeface="Times New Roman"/>
              <a:cs typeface="Times New Roman"/>
              <a:sym typeface="Times New Roman"/>
            </a:endParaRPr>
          </a:p>
        </p:txBody>
      </p:sp>
      <p:sp>
        <p:nvSpPr>
          <p:cNvPr id="225" name="Google Shape;225;p10"/>
          <p:cNvSpPr txBox="1"/>
          <p:nvPr/>
        </p:nvSpPr>
        <p:spPr>
          <a:xfrm>
            <a:off x="152400" y="1447800"/>
            <a:ext cx="8839200" cy="3810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1" sz="2800" u="none">
              <a:solidFill>
                <a:schemeClr val="dk1"/>
              </a:solidFill>
              <a:latin typeface="Times New Roman"/>
              <a:ea typeface="Times New Roman"/>
              <a:cs typeface="Times New Roman"/>
              <a:sym typeface="Times New Roman"/>
            </a:endParaRPr>
          </a:p>
        </p:txBody>
      </p:sp>
      <p:sp>
        <p:nvSpPr>
          <p:cNvPr id="226" name="Google Shape;226;p10"/>
          <p:cNvSpPr txBox="1"/>
          <p:nvPr/>
        </p:nvSpPr>
        <p:spPr>
          <a:xfrm>
            <a:off x="228600" y="1370012"/>
            <a:ext cx="8534400" cy="1373187"/>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Times New Roman"/>
              <a:buNone/>
            </a:pPr>
            <a:r>
              <a:rPr b="1" i="1" lang="en-US" sz="2800" u="none">
                <a:solidFill>
                  <a:schemeClr val="dk1"/>
                </a:solidFill>
                <a:latin typeface="Times New Roman"/>
                <a:ea typeface="Times New Roman"/>
                <a:cs typeface="Times New Roman"/>
                <a:sym typeface="Times New Roman"/>
              </a:rPr>
              <a:t>Consider the same noiseless channel transmitting a signal with four signal levels (for each level, we send 2 bits). The maximum bit rate can be calculated as</a:t>
            </a:r>
            <a:endParaRPr/>
          </a:p>
        </p:txBody>
      </p:sp>
      <p:sp>
        <p:nvSpPr>
          <p:cNvPr id="227" name="Google Shape;227;p10"/>
          <p:cNvSpPr txBox="1"/>
          <p:nvPr/>
        </p:nvSpPr>
        <p:spPr>
          <a:xfrm>
            <a:off x="1143000" y="182562"/>
            <a:ext cx="2487612"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3200"/>
              <a:buFont typeface="Times New Roman"/>
              <a:buNone/>
            </a:pPr>
            <a:r>
              <a:rPr b="1" i="1" lang="en-US" sz="3200" u="none">
                <a:solidFill>
                  <a:schemeClr val="hlink"/>
                </a:solidFill>
                <a:latin typeface="Times New Roman"/>
                <a:ea typeface="Times New Roman"/>
                <a:cs typeface="Times New Roman"/>
                <a:sym typeface="Times New Roman"/>
              </a:rPr>
              <a:t>Example 3.35</a:t>
            </a:r>
            <a:endParaRPr/>
          </a:p>
        </p:txBody>
      </p:sp>
      <p:pic>
        <p:nvPicPr>
          <p:cNvPr id="228" name="Google Shape;228;p10"/>
          <p:cNvPicPr preferRelativeResize="0"/>
          <p:nvPr/>
        </p:nvPicPr>
        <p:blipFill rotWithShape="1">
          <a:blip r:embed="rId3">
            <a:alphaModFix/>
          </a:blip>
          <a:srcRect b="0" l="0" r="0" t="0"/>
          <a:stretch/>
        </p:blipFill>
        <p:spPr>
          <a:xfrm>
            <a:off x="1785937" y="3244850"/>
            <a:ext cx="5570537" cy="368300"/>
          </a:xfrm>
          <a:prstGeom prst="rect">
            <a:avLst/>
          </a:prstGeom>
          <a:noFill/>
          <a:ln cap="flat" cmpd="thickThin" w="57150">
            <a:solidFill>
              <a:schemeClr val="folHlink"/>
            </a:solidFill>
            <a:prstDash val="solid"/>
            <a:miter lim="800000"/>
            <a:headEnd len="sm" w="sm" type="none"/>
            <a:tailEnd len="sm" w="sm" type="none"/>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11"/>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a:solidFill>
                  <a:srgbClr val="000000"/>
                </a:solidFill>
                <a:latin typeface="Arial"/>
                <a:ea typeface="Arial"/>
                <a:cs typeface="Arial"/>
                <a:sym typeface="Arial"/>
              </a:rPr>
              <a:t>3.</a:t>
            </a:r>
            <a:fld id="{00000000-1234-1234-1234-123412341234}" type="slidenum">
              <a:rPr b="1" i="0" lang="en-US" sz="2000" u="none">
                <a:solidFill>
                  <a:srgbClr val="000000"/>
                </a:solidFill>
                <a:latin typeface="Arial"/>
                <a:ea typeface="Arial"/>
                <a:cs typeface="Arial"/>
                <a:sym typeface="Arial"/>
              </a:rPr>
              <a:t>‹#›</a:t>
            </a:fld>
            <a:endParaRPr/>
          </a:p>
        </p:txBody>
      </p:sp>
      <p:sp>
        <p:nvSpPr>
          <p:cNvPr id="235" name="Google Shape;235;p11"/>
          <p:cNvSpPr txBox="1"/>
          <p:nvPr/>
        </p:nvSpPr>
        <p:spPr>
          <a:xfrm>
            <a:off x="0" y="0"/>
            <a:ext cx="9144000" cy="838200"/>
          </a:xfrm>
          <a:prstGeom prst="rect">
            <a:avLst/>
          </a:prstGeom>
          <a:solidFill>
            <a:srgbClr val="33CC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1" sz="2800" u="none">
              <a:solidFill>
                <a:schemeClr val="dk1"/>
              </a:solidFill>
              <a:latin typeface="Times New Roman"/>
              <a:ea typeface="Times New Roman"/>
              <a:cs typeface="Times New Roman"/>
              <a:sym typeface="Times New Roman"/>
            </a:endParaRPr>
          </a:p>
        </p:txBody>
      </p:sp>
      <p:sp>
        <p:nvSpPr>
          <p:cNvPr id="236" name="Google Shape;236;p11"/>
          <p:cNvSpPr txBox="1"/>
          <p:nvPr/>
        </p:nvSpPr>
        <p:spPr>
          <a:xfrm>
            <a:off x="228600" y="76200"/>
            <a:ext cx="4986337"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Times"/>
              <a:buNone/>
            </a:pPr>
            <a:r>
              <a:rPr b="1" i="0" lang="en-US" sz="3200" u="none">
                <a:solidFill>
                  <a:srgbClr val="000000"/>
                </a:solidFill>
                <a:latin typeface="Times"/>
                <a:ea typeface="Times"/>
                <a:cs typeface="Times"/>
                <a:sym typeface="Times"/>
              </a:rPr>
              <a:t>3-5   DATA RATE LIMITS</a:t>
            </a:r>
            <a:endParaRPr/>
          </a:p>
        </p:txBody>
      </p:sp>
      <p:sp>
        <p:nvSpPr>
          <p:cNvPr id="237" name="Google Shape;237;p11"/>
          <p:cNvSpPr txBox="1"/>
          <p:nvPr/>
        </p:nvSpPr>
        <p:spPr>
          <a:xfrm>
            <a:off x="8229600" y="6400800"/>
            <a:ext cx="18415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1" baseline="-25000" i="1" sz="2800" u="none">
              <a:solidFill>
                <a:schemeClr val="dk1"/>
              </a:solidFill>
              <a:latin typeface="Times New Roman"/>
              <a:ea typeface="Times New Roman"/>
              <a:cs typeface="Times New Roman"/>
              <a:sym typeface="Times New Roman"/>
            </a:endParaRPr>
          </a:p>
        </p:txBody>
      </p:sp>
      <p:sp>
        <p:nvSpPr>
          <p:cNvPr id="238" name="Google Shape;238;p11"/>
          <p:cNvSpPr txBox="1"/>
          <p:nvPr/>
        </p:nvSpPr>
        <p:spPr>
          <a:xfrm>
            <a:off x="241300" y="1066800"/>
            <a:ext cx="8674200" cy="831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33CC"/>
              </a:buClr>
              <a:buSzPts val="2400"/>
              <a:buFont typeface="Times New Roman"/>
              <a:buNone/>
            </a:pPr>
            <a:r>
              <a:rPr b="1" i="0" lang="en-US" sz="2400" u="none">
                <a:solidFill>
                  <a:srgbClr val="0033CC"/>
                </a:solidFill>
                <a:latin typeface="Times New Roman"/>
                <a:ea typeface="Times New Roman"/>
                <a:cs typeface="Times New Roman"/>
                <a:sym typeface="Times New Roman"/>
              </a:rPr>
              <a:t>Noisy Channel: Shannon Capacity</a:t>
            </a:r>
            <a:br>
              <a:rPr b="1" i="0" lang="en-US" sz="2400" u="none">
                <a:solidFill>
                  <a:srgbClr val="0033CC"/>
                </a:solidFill>
                <a:latin typeface="Times New Roman"/>
                <a:ea typeface="Times New Roman"/>
                <a:cs typeface="Times New Roman"/>
                <a:sym typeface="Times New Roman"/>
              </a:rPr>
            </a:br>
            <a:r>
              <a:rPr b="1" i="0" lang="en-US" sz="2400" u="none">
                <a:solidFill>
                  <a:srgbClr val="0033CC"/>
                </a:solidFill>
                <a:latin typeface="Times New Roman"/>
                <a:ea typeface="Times New Roman"/>
                <a:cs typeface="Times New Roman"/>
                <a:sym typeface="Times New Roman"/>
              </a:rPr>
              <a:t>Theoretical data rate for a noisy channel</a:t>
            </a:r>
            <a:endParaRPr/>
          </a:p>
        </p:txBody>
      </p:sp>
      <p:pic>
        <p:nvPicPr>
          <p:cNvPr id="239" name="Google Shape;239;p11"/>
          <p:cNvPicPr preferRelativeResize="0"/>
          <p:nvPr/>
        </p:nvPicPr>
        <p:blipFill rotWithShape="1">
          <a:blip r:embed="rId3">
            <a:alphaModFix/>
          </a:blip>
          <a:srcRect b="0" l="0" r="0" t="0"/>
          <a:stretch/>
        </p:blipFill>
        <p:spPr>
          <a:xfrm>
            <a:off x="2057400" y="3248025"/>
            <a:ext cx="4638675" cy="9239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12"/>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a:solidFill>
                  <a:schemeClr val="dk1"/>
                </a:solidFill>
                <a:latin typeface="Arial"/>
                <a:ea typeface="Arial"/>
                <a:cs typeface="Arial"/>
                <a:sym typeface="Arial"/>
              </a:rPr>
              <a:t>3.</a:t>
            </a:r>
            <a:fld id="{00000000-1234-1234-1234-123412341234}" type="slidenum">
              <a:rPr b="1" i="0" lang="en-US" sz="2000" u="none">
                <a:solidFill>
                  <a:schemeClr val="dk1"/>
                </a:solidFill>
                <a:latin typeface="Arial"/>
                <a:ea typeface="Arial"/>
                <a:cs typeface="Arial"/>
                <a:sym typeface="Arial"/>
              </a:rPr>
              <a:t>‹#›</a:t>
            </a:fld>
            <a:endParaRPr/>
          </a:p>
        </p:txBody>
      </p:sp>
      <p:sp>
        <p:nvSpPr>
          <p:cNvPr id="246" name="Google Shape;246;p12"/>
          <p:cNvSpPr txBox="1"/>
          <p:nvPr/>
        </p:nvSpPr>
        <p:spPr>
          <a:xfrm>
            <a:off x="366712" y="350837"/>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1" sz="2800" u="none">
              <a:solidFill>
                <a:schemeClr val="dk1"/>
              </a:solidFill>
              <a:latin typeface="Times New Roman"/>
              <a:ea typeface="Times New Roman"/>
              <a:cs typeface="Times New Roman"/>
              <a:sym typeface="Times New Roman"/>
            </a:endParaRPr>
          </a:p>
        </p:txBody>
      </p:sp>
      <p:sp>
        <p:nvSpPr>
          <p:cNvPr id="247" name="Google Shape;247;p12"/>
          <p:cNvSpPr txBox="1"/>
          <p:nvPr/>
        </p:nvSpPr>
        <p:spPr>
          <a:xfrm>
            <a:off x="749300" y="350837"/>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1" sz="2800" u="none">
              <a:solidFill>
                <a:schemeClr val="dk1"/>
              </a:solidFill>
              <a:latin typeface="Times New Roman"/>
              <a:ea typeface="Times New Roman"/>
              <a:cs typeface="Times New Roman"/>
              <a:sym typeface="Times New Roman"/>
            </a:endParaRPr>
          </a:p>
        </p:txBody>
      </p:sp>
      <p:grpSp>
        <p:nvGrpSpPr>
          <p:cNvPr id="248" name="Google Shape;248;p12"/>
          <p:cNvGrpSpPr/>
          <p:nvPr/>
        </p:nvGrpSpPr>
        <p:grpSpPr>
          <a:xfrm>
            <a:off x="490537" y="773112"/>
            <a:ext cx="738187" cy="474662"/>
            <a:chOff x="309" y="487"/>
            <a:chExt cx="465" cy="299"/>
          </a:xfrm>
        </p:grpSpPr>
        <p:sp>
          <p:nvSpPr>
            <p:cNvPr id="249" name="Google Shape;249;p12"/>
            <p:cNvSpPr txBox="1"/>
            <p:nvPr/>
          </p:nvSpPr>
          <p:spPr>
            <a:xfrm>
              <a:off x="309" y="487"/>
              <a:ext cx="266" cy="299"/>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1" sz="2800" u="none">
                <a:solidFill>
                  <a:schemeClr val="dk1"/>
                </a:solidFill>
                <a:latin typeface="Times New Roman"/>
                <a:ea typeface="Times New Roman"/>
                <a:cs typeface="Times New Roman"/>
                <a:sym typeface="Times New Roman"/>
              </a:endParaRPr>
            </a:p>
          </p:txBody>
        </p:sp>
        <p:sp>
          <p:nvSpPr>
            <p:cNvPr id="250" name="Google Shape;250;p12"/>
            <p:cNvSpPr txBox="1"/>
            <p:nvPr/>
          </p:nvSpPr>
          <p:spPr>
            <a:xfrm>
              <a:off x="542" y="487"/>
              <a:ext cx="232" cy="299"/>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1" sz="2800" u="none">
                <a:solidFill>
                  <a:schemeClr val="dk1"/>
                </a:solidFill>
                <a:latin typeface="Times New Roman"/>
                <a:ea typeface="Times New Roman"/>
                <a:cs typeface="Times New Roman"/>
                <a:sym typeface="Times New Roman"/>
              </a:endParaRPr>
            </a:p>
          </p:txBody>
        </p:sp>
      </p:grpSp>
      <p:sp>
        <p:nvSpPr>
          <p:cNvPr id="251" name="Google Shape;251;p12"/>
          <p:cNvSpPr txBox="1"/>
          <p:nvPr/>
        </p:nvSpPr>
        <p:spPr>
          <a:xfrm>
            <a:off x="76200" y="700087"/>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1" sz="2800" u="none">
              <a:solidFill>
                <a:schemeClr val="dk1"/>
              </a:solidFill>
              <a:latin typeface="Times New Roman"/>
              <a:ea typeface="Times New Roman"/>
              <a:cs typeface="Times New Roman"/>
              <a:sym typeface="Times New Roman"/>
            </a:endParaRPr>
          </a:p>
        </p:txBody>
      </p:sp>
      <p:sp>
        <p:nvSpPr>
          <p:cNvPr id="252" name="Google Shape;252;p12"/>
          <p:cNvSpPr txBox="1"/>
          <p:nvPr/>
        </p:nvSpPr>
        <p:spPr>
          <a:xfrm>
            <a:off x="711200" y="242887"/>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1" sz="2800" u="none">
              <a:solidFill>
                <a:schemeClr val="dk1"/>
              </a:solidFill>
              <a:latin typeface="Times New Roman"/>
              <a:ea typeface="Times New Roman"/>
              <a:cs typeface="Times New Roman"/>
              <a:sym typeface="Times New Roman"/>
            </a:endParaRPr>
          </a:p>
        </p:txBody>
      </p:sp>
      <p:sp>
        <p:nvSpPr>
          <p:cNvPr id="253" name="Google Shape;253;p12"/>
          <p:cNvSpPr txBox="1"/>
          <p:nvPr/>
        </p:nvSpPr>
        <p:spPr>
          <a:xfrm>
            <a:off x="442912" y="773112"/>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1" sz="2800" u="none">
              <a:solidFill>
                <a:schemeClr val="dk1"/>
              </a:solidFill>
              <a:latin typeface="Times New Roman"/>
              <a:ea typeface="Times New Roman"/>
              <a:cs typeface="Times New Roman"/>
              <a:sym typeface="Times New Roman"/>
            </a:endParaRPr>
          </a:p>
        </p:txBody>
      </p:sp>
      <p:sp>
        <p:nvSpPr>
          <p:cNvPr id="254" name="Google Shape;254;p12"/>
          <p:cNvSpPr txBox="1"/>
          <p:nvPr/>
        </p:nvSpPr>
        <p:spPr>
          <a:xfrm>
            <a:off x="152400" y="1447800"/>
            <a:ext cx="8839200" cy="3810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1" sz="2800" u="none">
              <a:solidFill>
                <a:schemeClr val="dk1"/>
              </a:solidFill>
              <a:latin typeface="Times New Roman"/>
              <a:ea typeface="Times New Roman"/>
              <a:cs typeface="Times New Roman"/>
              <a:sym typeface="Times New Roman"/>
            </a:endParaRPr>
          </a:p>
        </p:txBody>
      </p:sp>
      <p:sp>
        <p:nvSpPr>
          <p:cNvPr id="255" name="Google Shape;255;p12"/>
          <p:cNvSpPr txBox="1"/>
          <p:nvPr/>
        </p:nvSpPr>
        <p:spPr>
          <a:xfrm>
            <a:off x="228600" y="1371600"/>
            <a:ext cx="8534400" cy="1800225"/>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Times New Roman"/>
              <a:buNone/>
            </a:pPr>
            <a:r>
              <a:rPr b="1" i="1" lang="en-US" sz="2800" u="none">
                <a:solidFill>
                  <a:schemeClr val="dk1"/>
                </a:solidFill>
                <a:latin typeface="Times New Roman"/>
                <a:ea typeface="Times New Roman"/>
                <a:cs typeface="Times New Roman"/>
                <a:sym typeface="Times New Roman"/>
              </a:rPr>
              <a:t>Consider an extremely noisy channel in which the value of the signal-to-noise ratio is almost zero. In other words, the noise is so strong that the signal is faint. For this channel the capacity C is calculated as</a:t>
            </a:r>
            <a:endParaRPr/>
          </a:p>
        </p:txBody>
      </p:sp>
      <p:sp>
        <p:nvSpPr>
          <p:cNvPr id="256" name="Google Shape;256;p12"/>
          <p:cNvSpPr txBox="1"/>
          <p:nvPr/>
        </p:nvSpPr>
        <p:spPr>
          <a:xfrm>
            <a:off x="1143000" y="182562"/>
            <a:ext cx="2487612"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3200"/>
              <a:buFont typeface="Times New Roman"/>
              <a:buNone/>
            </a:pPr>
            <a:r>
              <a:rPr b="1" i="1" lang="en-US" sz="3200" u="none">
                <a:solidFill>
                  <a:schemeClr val="hlink"/>
                </a:solidFill>
                <a:latin typeface="Times New Roman"/>
                <a:ea typeface="Times New Roman"/>
                <a:cs typeface="Times New Roman"/>
                <a:sym typeface="Times New Roman"/>
              </a:rPr>
              <a:t>Example 3.37</a:t>
            </a:r>
            <a:endParaRPr/>
          </a:p>
        </p:txBody>
      </p:sp>
      <p:pic>
        <p:nvPicPr>
          <p:cNvPr id="257" name="Google Shape;257;p12"/>
          <p:cNvPicPr preferRelativeResize="0"/>
          <p:nvPr/>
        </p:nvPicPr>
        <p:blipFill rotWithShape="1">
          <a:blip r:embed="rId3">
            <a:alphaModFix/>
          </a:blip>
          <a:srcRect b="0" l="0" r="0" t="0"/>
          <a:stretch/>
        </p:blipFill>
        <p:spPr>
          <a:xfrm>
            <a:off x="1209675" y="3476625"/>
            <a:ext cx="6723062" cy="333375"/>
          </a:xfrm>
          <a:prstGeom prst="rect">
            <a:avLst/>
          </a:prstGeom>
          <a:noFill/>
          <a:ln cap="flat" cmpd="thickThin" w="57150">
            <a:solidFill>
              <a:schemeClr val="folHlink"/>
            </a:solidFill>
            <a:prstDash val="solid"/>
            <a:miter lim="800000"/>
            <a:headEnd len="sm" w="sm" type="none"/>
            <a:tailEnd len="sm" w="sm" type="none"/>
          </a:ln>
        </p:spPr>
      </p:pic>
      <p:sp>
        <p:nvSpPr>
          <p:cNvPr id="258" name="Google Shape;258;p12"/>
          <p:cNvSpPr txBox="1"/>
          <p:nvPr/>
        </p:nvSpPr>
        <p:spPr>
          <a:xfrm>
            <a:off x="228600" y="4189412"/>
            <a:ext cx="8534400" cy="1373187"/>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Times New Roman"/>
              <a:buNone/>
            </a:pPr>
            <a:r>
              <a:rPr b="1" i="1" lang="en-US" sz="2800" u="none">
                <a:solidFill>
                  <a:schemeClr val="dk1"/>
                </a:solidFill>
                <a:latin typeface="Times New Roman"/>
                <a:ea typeface="Times New Roman"/>
                <a:cs typeface="Times New Roman"/>
                <a:sym typeface="Times New Roman"/>
              </a:rPr>
              <a:t>This means that the capacity of this channel is zero regardless of the bandwidth. In other words, we cannot receive any data through this channel.</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13"/>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a:solidFill>
                  <a:schemeClr val="dk1"/>
                </a:solidFill>
                <a:latin typeface="Arial"/>
                <a:ea typeface="Arial"/>
                <a:cs typeface="Arial"/>
                <a:sym typeface="Arial"/>
              </a:rPr>
              <a:t>3.</a:t>
            </a:r>
            <a:fld id="{00000000-1234-1234-1234-123412341234}" type="slidenum">
              <a:rPr b="1" i="0" lang="en-US" sz="2000" u="none">
                <a:solidFill>
                  <a:schemeClr val="dk1"/>
                </a:solidFill>
                <a:latin typeface="Arial"/>
                <a:ea typeface="Arial"/>
                <a:cs typeface="Arial"/>
                <a:sym typeface="Arial"/>
              </a:rPr>
              <a:t>‹#›</a:t>
            </a:fld>
            <a:endParaRPr/>
          </a:p>
        </p:txBody>
      </p:sp>
      <p:sp>
        <p:nvSpPr>
          <p:cNvPr id="265" name="Google Shape;265;p13"/>
          <p:cNvSpPr txBox="1"/>
          <p:nvPr/>
        </p:nvSpPr>
        <p:spPr>
          <a:xfrm>
            <a:off x="366712" y="350837"/>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1" sz="2800" u="none">
              <a:solidFill>
                <a:schemeClr val="dk1"/>
              </a:solidFill>
              <a:latin typeface="Times New Roman"/>
              <a:ea typeface="Times New Roman"/>
              <a:cs typeface="Times New Roman"/>
              <a:sym typeface="Times New Roman"/>
            </a:endParaRPr>
          </a:p>
        </p:txBody>
      </p:sp>
      <p:sp>
        <p:nvSpPr>
          <p:cNvPr id="266" name="Google Shape;266;p13"/>
          <p:cNvSpPr txBox="1"/>
          <p:nvPr/>
        </p:nvSpPr>
        <p:spPr>
          <a:xfrm>
            <a:off x="749300" y="350837"/>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1" sz="2800" u="none">
              <a:solidFill>
                <a:schemeClr val="dk1"/>
              </a:solidFill>
              <a:latin typeface="Times New Roman"/>
              <a:ea typeface="Times New Roman"/>
              <a:cs typeface="Times New Roman"/>
              <a:sym typeface="Times New Roman"/>
            </a:endParaRPr>
          </a:p>
        </p:txBody>
      </p:sp>
      <p:grpSp>
        <p:nvGrpSpPr>
          <p:cNvPr id="267" name="Google Shape;267;p13"/>
          <p:cNvGrpSpPr/>
          <p:nvPr/>
        </p:nvGrpSpPr>
        <p:grpSpPr>
          <a:xfrm>
            <a:off x="490537" y="773112"/>
            <a:ext cx="738187" cy="474662"/>
            <a:chOff x="309" y="487"/>
            <a:chExt cx="465" cy="299"/>
          </a:xfrm>
        </p:grpSpPr>
        <p:sp>
          <p:nvSpPr>
            <p:cNvPr id="268" name="Google Shape;268;p13"/>
            <p:cNvSpPr txBox="1"/>
            <p:nvPr/>
          </p:nvSpPr>
          <p:spPr>
            <a:xfrm>
              <a:off x="309" y="487"/>
              <a:ext cx="266" cy="299"/>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1" sz="2800" u="none">
                <a:solidFill>
                  <a:schemeClr val="dk1"/>
                </a:solidFill>
                <a:latin typeface="Times New Roman"/>
                <a:ea typeface="Times New Roman"/>
                <a:cs typeface="Times New Roman"/>
                <a:sym typeface="Times New Roman"/>
              </a:endParaRPr>
            </a:p>
          </p:txBody>
        </p:sp>
        <p:sp>
          <p:nvSpPr>
            <p:cNvPr id="269" name="Google Shape;269;p13"/>
            <p:cNvSpPr txBox="1"/>
            <p:nvPr/>
          </p:nvSpPr>
          <p:spPr>
            <a:xfrm>
              <a:off x="542" y="487"/>
              <a:ext cx="232" cy="299"/>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1" sz="2800" u="none">
                <a:solidFill>
                  <a:schemeClr val="dk1"/>
                </a:solidFill>
                <a:latin typeface="Times New Roman"/>
                <a:ea typeface="Times New Roman"/>
                <a:cs typeface="Times New Roman"/>
                <a:sym typeface="Times New Roman"/>
              </a:endParaRPr>
            </a:p>
          </p:txBody>
        </p:sp>
      </p:grpSp>
      <p:sp>
        <p:nvSpPr>
          <p:cNvPr id="270" name="Google Shape;270;p13"/>
          <p:cNvSpPr txBox="1"/>
          <p:nvPr/>
        </p:nvSpPr>
        <p:spPr>
          <a:xfrm>
            <a:off x="76200" y="700087"/>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1" sz="2800" u="none">
              <a:solidFill>
                <a:schemeClr val="dk1"/>
              </a:solidFill>
              <a:latin typeface="Times New Roman"/>
              <a:ea typeface="Times New Roman"/>
              <a:cs typeface="Times New Roman"/>
              <a:sym typeface="Times New Roman"/>
            </a:endParaRPr>
          </a:p>
        </p:txBody>
      </p:sp>
      <p:sp>
        <p:nvSpPr>
          <p:cNvPr id="271" name="Google Shape;271;p13"/>
          <p:cNvSpPr txBox="1"/>
          <p:nvPr/>
        </p:nvSpPr>
        <p:spPr>
          <a:xfrm>
            <a:off x="711200" y="242887"/>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1" sz="2800" u="none">
              <a:solidFill>
                <a:schemeClr val="dk1"/>
              </a:solidFill>
              <a:latin typeface="Times New Roman"/>
              <a:ea typeface="Times New Roman"/>
              <a:cs typeface="Times New Roman"/>
              <a:sym typeface="Times New Roman"/>
            </a:endParaRPr>
          </a:p>
        </p:txBody>
      </p:sp>
      <p:sp>
        <p:nvSpPr>
          <p:cNvPr id="272" name="Google Shape;272;p13"/>
          <p:cNvSpPr txBox="1"/>
          <p:nvPr/>
        </p:nvSpPr>
        <p:spPr>
          <a:xfrm>
            <a:off x="442912" y="773112"/>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1" sz="2800" u="none">
              <a:solidFill>
                <a:schemeClr val="dk1"/>
              </a:solidFill>
              <a:latin typeface="Times New Roman"/>
              <a:ea typeface="Times New Roman"/>
              <a:cs typeface="Times New Roman"/>
              <a:sym typeface="Times New Roman"/>
            </a:endParaRPr>
          </a:p>
        </p:txBody>
      </p:sp>
      <p:sp>
        <p:nvSpPr>
          <p:cNvPr id="273" name="Google Shape;273;p13"/>
          <p:cNvSpPr txBox="1"/>
          <p:nvPr/>
        </p:nvSpPr>
        <p:spPr>
          <a:xfrm>
            <a:off x="152400" y="1447800"/>
            <a:ext cx="8839200" cy="3810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1" sz="2800" u="none">
              <a:solidFill>
                <a:schemeClr val="dk1"/>
              </a:solidFill>
              <a:latin typeface="Times New Roman"/>
              <a:ea typeface="Times New Roman"/>
              <a:cs typeface="Times New Roman"/>
              <a:sym typeface="Times New Roman"/>
            </a:endParaRPr>
          </a:p>
        </p:txBody>
      </p:sp>
      <p:sp>
        <p:nvSpPr>
          <p:cNvPr id="274" name="Google Shape;274;p13"/>
          <p:cNvSpPr txBox="1"/>
          <p:nvPr/>
        </p:nvSpPr>
        <p:spPr>
          <a:xfrm>
            <a:off x="228600" y="1231900"/>
            <a:ext cx="8534400" cy="1800225"/>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Times New Roman"/>
              <a:buNone/>
            </a:pPr>
            <a:r>
              <a:rPr b="1" i="1" lang="en-US" sz="2800" u="none">
                <a:solidFill>
                  <a:schemeClr val="dk1"/>
                </a:solidFill>
                <a:latin typeface="Times New Roman"/>
                <a:ea typeface="Times New Roman"/>
                <a:cs typeface="Times New Roman"/>
                <a:sym typeface="Times New Roman"/>
              </a:rPr>
              <a:t>We can calculate the theoretical highest bit rate of a regular telephone line. A telephone line normally has a bandwidth of 3000. The signal-to-noise ratio is usually 3162. For this channel the capacity is calculated as</a:t>
            </a:r>
            <a:endParaRPr/>
          </a:p>
        </p:txBody>
      </p:sp>
      <p:sp>
        <p:nvSpPr>
          <p:cNvPr id="275" name="Google Shape;275;p13"/>
          <p:cNvSpPr txBox="1"/>
          <p:nvPr/>
        </p:nvSpPr>
        <p:spPr>
          <a:xfrm>
            <a:off x="1143000" y="182562"/>
            <a:ext cx="2487612"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3200"/>
              <a:buFont typeface="Times New Roman"/>
              <a:buNone/>
            </a:pPr>
            <a:r>
              <a:rPr b="1" i="1" lang="en-US" sz="3200" u="none">
                <a:solidFill>
                  <a:schemeClr val="hlink"/>
                </a:solidFill>
                <a:latin typeface="Times New Roman"/>
                <a:ea typeface="Times New Roman"/>
                <a:cs typeface="Times New Roman"/>
                <a:sym typeface="Times New Roman"/>
              </a:rPr>
              <a:t>Example 3.38</a:t>
            </a:r>
            <a:endParaRPr/>
          </a:p>
        </p:txBody>
      </p:sp>
      <p:pic>
        <p:nvPicPr>
          <p:cNvPr id="276" name="Google Shape;276;p13"/>
          <p:cNvPicPr preferRelativeResize="0"/>
          <p:nvPr/>
        </p:nvPicPr>
        <p:blipFill rotWithShape="1">
          <a:blip r:embed="rId3">
            <a:alphaModFix/>
          </a:blip>
          <a:srcRect b="0" l="0" r="0" t="0"/>
          <a:stretch/>
        </p:blipFill>
        <p:spPr>
          <a:xfrm>
            <a:off x="1047750" y="3352800"/>
            <a:ext cx="7046912" cy="674687"/>
          </a:xfrm>
          <a:prstGeom prst="rect">
            <a:avLst/>
          </a:prstGeom>
          <a:noFill/>
          <a:ln cap="flat" cmpd="thickThin" w="57150">
            <a:solidFill>
              <a:schemeClr val="folHlink"/>
            </a:solidFill>
            <a:prstDash val="solid"/>
            <a:miter lim="800000"/>
            <a:headEnd len="sm" w="sm" type="none"/>
            <a:tailEnd len="sm" w="sm" type="none"/>
          </a:ln>
        </p:spPr>
      </p:pic>
      <p:sp>
        <p:nvSpPr>
          <p:cNvPr id="277" name="Google Shape;277;p13"/>
          <p:cNvSpPr txBox="1"/>
          <p:nvPr/>
        </p:nvSpPr>
        <p:spPr>
          <a:xfrm>
            <a:off x="228600" y="4419600"/>
            <a:ext cx="8534400" cy="1800225"/>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Times New Roman"/>
              <a:buNone/>
            </a:pPr>
            <a:r>
              <a:rPr b="1" i="1" lang="en-US" sz="2800" u="none">
                <a:solidFill>
                  <a:schemeClr val="dk1"/>
                </a:solidFill>
                <a:latin typeface="Times New Roman"/>
                <a:ea typeface="Times New Roman"/>
                <a:cs typeface="Times New Roman"/>
                <a:sym typeface="Times New Roman"/>
              </a:rPr>
              <a:t>This means that the highest bit rate for a telephone line is 34.860 kbps. If we want to send data faster than this, we can either increase the bandwidth of the line or improve the signal-to-noise ratio.</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14"/>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a:solidFill>
                  <a:schemeClr val="dk1"/>
                </a:solidFill>
                <a:latin typeface="Arial"/>
                <a:ea typeface="Arial"/>
                <a:cs typeface="Arial"/>
                <a:sym typeface="Arial"/>
              </a:rPr>
              <a:t>3.</a:t>
            </a:r>
            <a:fld id="{00000000-1234-1234-1234-123412341234}" type="slidenum">
              <a:rPr b="1" i="0" lang="en-US" sz="2000" u="none">
                <a:solidFill>
                  <a:schemeClr val="dk1"/>
                </a:solidFill>
                <a:latin typeface="Arial"/>
                <a:ea typeface="Arial"/>
                <a:cs typeface="Arial"/>
                <a:sym typeface="Arial"/>
              </a:rPr>
              <a:t>‹#›</a:t>
            </a:fld>
            <a:endParaRPr/>
          </a:p>
        </p:txBody>
      </p:sp>
      <p:sp>
        <p:nvSpPr>
          <p:cNvPr id="284" name="Google Shape;284;p14"/>
          <p:cNvSpPr txBox="1"/>
          <p:nvPr/>
        </p:nvSpPr>
        <p:spPr>
          <a:xfrm>
            <a:off x="366712" y="350837"/>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1" sz="2800" u="none">
              <a:solidFill>
                <a:schemeClr val="dk1"/>
              </a:solidFill>
              <a:latin typeface="Times New Roman"/>
              <a:ea typeface="Times New Roman"/>
              <a:cs typeface="Times New Roman"/>
              <a:sym typeface="Times New Roman"/>
            </a:endParaRPr>
          </a:p>
        </p:txBody>
      </p:sp>
      <p:sp>
        <p:nvSpPr>
          <p:cNvPr id="285" name="Google Shape;285;p14"/>
          <p:cNvSpPr txBox="1"/>
          <p:nvPr/>
        </p:nvSpPr>
        <p:spPr>
          <a:xfrm>
            <a:off x="749300" y="350837"/>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1" sz="2800" u="none">
              <a:solidFill>
                <a:schemeClr val="dk1"/>
              </a:solidFill>
              <a:latin typeface="Times New Roman"/>
              <a:ea typeface="Times New Roman"/>
              <a:cs typeface="Times New Roman"/>
              <a:sym typeface="Times New Roman"/>
            </a:endParaRPr>
          </a:p>
        </p:txBody>
      </p:sp>
      <p:grpSp>
        <p:nvGrpSpPr>
          <p:cNvPr id="286" name="Google Shape;286;p14"/>
          <p:cNvGrpSpPr/>
          <p:nvPr/>
        </p:nvGrpSpPr>
        <p:grpSpPr>
          <a:xfrm>
            <a:off x="490537" y="773112"/>
            <a:ext cx="738187" cy="474662"/>
            <a:chOff x="309" y="487"/>
            <a:chExt cx="465" cy="299"/>
          </a:xfrm>
        </p:grpSpPr>
        <p:sp>
          <p:nvSpPr>
            <p:cNvPr id="287" name="Google Shape;287;p14"/>
            <p:cNvSpPr txBox="1"/>
            <p:nvPr/>
          </p:nvSpPr>
          <p:spPr>
            <a:xfrm>
              <a:off x="309" y="487"/>
              <a:ext cx="266" cy="299"/>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1" sz="2800" u="none">
                <a:solidFill>
                  <a:schemeClr val="dk1"/>
                </a:solidFill>
                <a:latin typeface="Times New Roman"/>
                <a:ea typeface="Times New Roman"/>
                <a:cs typeface="Times New Roman"/>
                <a:sym typeface="Times New Roman"/>
              </a:endParaRPr>
            </a:p>
          </p:txBody>
        </p:sp>
        <p:sp>
          <p:nvSpPr>
            <p:cNvPr id="288" name="Google Shape;288;p14"/>
            <p:cNvSpPr txBox="1"/>
            <p:nvPr/>
          </p:nvSpPr>
          <p:spPr>
            <a:xfrm>
              <a:off x="542" y="487"/>
              <a:ext cx="232" cy="299"/>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1" sz="2800" u="none">
                <a:solidFill>
                  <a:schemeClr val="dk1"/>
                </a:solidFill>
                <a:latin typeface="Times New Roman"/>
                <a:ea typeface="Times New Roman"/>
                <a:cs typeface="Times New Roman"/>
                <a:sym typeface="Times New Roman"/>
              </a:endParaRPr>
            </a:p>
          </p:txBody>
        </p:sp>
      </p:grpSp>
      <p:sp>
        <p:nvSpPr>
          <p:cNvPr id="289" name="Google Shape;289;p14"/>
          <p:cNvSpPr txBox="1"/>
          <p:nvPr/>
        </p:nvSpPr>
        <p:spPr>
          <a:xfrm>
            <a:off x="76200" y="700087"/>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1" sz="2800" u="none">
              <a:solidFill>
                <a:schemeClr val="dk1"/>
              </a:solidFill>
              <a:latin typeface="Times New Roman"/>
              <a:ea typeface="Times New Roman"/>
              <a:cs typeface="Times New Roman"/>
              <a:sym typeface="Times New Roman"/>
            </a:endParaRPr>
          </a:p>
        </p:txBody>
      </p:sp>
      <p:sp>
        <p:nvSpPr>
          <p:cNvPr id="290" name="Google Shape;290;p14"/>
          <p:cNvSpPr txBox="1"/>
          <p:nvPr/>
        </p:nvSpPr>
        <p:spPr>
          <a:xfrm>
            <a:off x="711200" y="242887"/>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1" sz="2800" u="none">
              <a:solidFill>
                <a:schemeClr val="dk1"/>
              </a:solidFill>
              <a:latin typeface="Times New Roman"/>
              <a:ea typeface="Times New Roman"/>
              <a:cs typeface="Times New Roman"/>
              <a:sym typeface="Times New Roman"/>
            </a:endParaRPr>
          </a:p>
        </p:txBody>
      </p:sp>
      <p:sp>
        <p:nvSpPr>
          <p:cNvPr id="291" name="Google Shape;291;p14"/>
          <p:cNvSpPr txBox="1"/>
          <p:nvPr/>
        </p:nvSpPr>
        <p:spPr>
          <a:xfrm>
            <a:off x="442912" y="773112"/>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1" sz="2800" u="none">
              <a:solidFill>
                <a:schemeClr val="dk1"/>
              </a:solidFill>
              <a:latin typeface="Times New Roman"/>
              <a:ea typeface="Times New Roman"/>
              <a:cs typeface="Times New Roman"/>
              <a:sym typeface="Times New Roman"/>
            </a:endParaRPr>
          </a:p>
        </p:txBody>
      </p:sp>
      <p:sp>
        <p:nvSpPr>
          <p:cNvPr id="292" name="Google Shape;292;p14"/>
          <p:cNvSpPr txBox="1"/>
          <p:nvPr/>
        </p:nvSpPr>
        <p:spPr>
          <a:xfrm>
            <a:off x="152400" y="1447800"/>
            <a:ext cx="8839200" cy="3810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1" sz="2800" u="none">
              <a:solidFill>
                <a:schemeClr val="dk1"/>
              </a:solidFill>
              <a:latin typeface="Times New Roman"/>
              <a:ea typeface="Times New Roman"/>
              <a:cs typeface="Times New Roman"/>
              <a:sym typeface="Times New Roman"/>
            </a:endParaRPr>
          </a:p>
        </p:txBody>
      </p:sp>
      <p:sp>
        <p:nvSpPr>
          <p:cNvPr id="293" name="Google Shape;293;p14"/>
          <p:cNvSpPr txBox="1"/>
          <p:nvPr/>
        </p:nvSpPr>
        <p:spPr>
          <a:xfrm>
            <a:off x="228600" y="1323975"/>
            <a:ext cx="8534400" cy="1800225"/>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Times New Roman"/>
              <a:buNone/>
            </a:pPr>
            <a:r>
              <a:rPr b="1" i="1" lang="en-US" sz="2800" u="none">
                <a:solidFill>
                  <a:schemeClr val="dk1"/>
                </a:solidFill>
                <a:latin typeface="Times New Roman"/>
                <a:ea typeface="Times New Roman"/>
                <a:cs typeface="Times New Roman"/>
                <a:sym typeface="Times New Roman"/>
              </a:rPr>
              <a:t>For practical purposes, when the SNR is very high, we can assume that SNR + 1 is almost the same as SNR. In these cases, the theoretical channel capacity can be simplified to</a:t>
            </a:r>
            <a:endParaRPr/>
          </a:p>
        </p:txBody>
      </p:sp>
      <p:sp>
        <p:nvSpPr>
          <p:cNvPr id="294" name="Google Shape;294;p14"/>
          <p:cNvSpPr txBox="1"/>
          <p:nvPr/>
        </p:nvSpPr>
        <p:spPr>
          <a:xfrm>
            <a:off x="1143000" y="182562"/>
            <a:ext cx="2487612"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3200"/>
              <a:buFont typeface="Times New Roman"/>
              <a:buNone/>
            </a:pPr>
            <a:r>
              <a:rPr b="1" i="1" lang="en-US" sz="3200" u="none">
                <a:solidFill>
                  <a:schemeClr val="hlink"/>
                </a:solidFill>
                <a:latin typeface="Times New Roman"/>
                <a:ea typeface="Times New Roman"/>
                <a:cs typeface="Times New Roman"/>
                <a:sym typeface="Times New Roman"/>
              </a:rPr>
              <a:t>Example 3.40</a:t>
            </a:r>
            <a:endParaRPr/>
          </a:p>
        </p:txBody>
      </p:sp>
      <p:pic>
        <p:nvPicPr>
          <p:cNvPr id="295" name="Google Shape;295;p14"/>
          <p:cNvPicPr preferRelativeResize="0"/>
          <p:nvPr/>
        </p:nvPicPr>
        <p:blipFill rotWithShape="1">
          <a:blip r:embed="rId3">
            <a:alphaModFix/>
          </a:blip>
          <a:srcRect b="0" l="0" r="0" t="0"/>
          <a:stretch/>
        </p:blipFill>
        <p:spPr>
          <a:xfrm>
            <a:off x="3187700" y="3200400"/>
            <a:ext cx="2222500" cy="639762"/>
          </a:xfrm>
          <a:prstGeom prst="rect">
            <a:avLst/>
          </a:prstGeom>
          <a:noFill/>
          <a:ln cap="flat" cmpd="thickThin" w="57150">
            <a:solidFill>
              <a:schemeClr val="folHlink"/>
            </a:solidFill>
            <a:prstDash val="solid"/>
            <a:miter lim="800000"/>
            <a:headEnd len="sm" w="sm" type="none"/>
            <a:tailEnd len="sm" w="sm" type="none"/>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15"/>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a:solidFill>
                  <a:schemeClr val="dk1"/>
                </a:solidFill>
                <a:latin typeface="Arial"/>
                <a:ea typeface="Arial"/>
                <a:cs typeface="Arial"/>
                <a:sym typeface="Arial"/>
              </a:rPr>
              <a:t>3.</a:t>
            </a:r>
            <a:fld id="{00000000-1234-1234-1234-123412341234}" type="slidenum">
              <a:rPr b="1" i="0" lang="en-US" sz="2000" u="none">
                <a:solidFill>
                  <a:schemeClr val="dk1"/>
                </a:solidFill>
                <a:latin typeface="Arial"/>
                <a:ea typeface="Arial"/>
                <a:cs typeface="Arial"/>
                <a:sym typeface="Arial"/>
              </a:rPr>
              <a:t>‹#›</a:t>
            </a:fld>
            <a:endParaRPr/>
          </a:p>
        </p:txBody>
      </p:sp>
      <p:sp>
        <p:nvSpPr>
          <p:cNvPr id="302" name="Google Shape;302;p15"/>
          <p:cNvSpPr txBox="1"/>
          <p:nvPr/>
        </p:nvSpPr>
        <p:spPr>
          <a:xfrm>
            <a:off x="366712" y="350837"/>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1" sz="2800" u="none">
              <a:solidFill>
                <a:schemeClr val="dk1"/>
              </a:solidFill>
              <a:latin typeface="Times New Roman"/>
              <a:ea typeface="Times New Roman"/>
              <a:cs typeface="Times New Roman"/>
              <a:sym typeface="Times New Roman"/>
            </a:endParaRPr>
          </a:p>
        </p:txBody>
      </p:sp>
      <p:sp>
        <p:nvSpPr>
          <p:cNvPr id="303" name="Google Shape;303;p15"/>
          <p:cNvSpPr txBox="1"/>
          <p:nvPr/>
        </p:nvSpPr>
        <p:spPr>
          <a:xfrm>
            <a:off x="749300" y="350837"/>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1" sz="2800" u="none">
              <a:solidFill>
                <a:schemeClr val="dk1"/>
              </a:solidFill>
              <a:latin typeface="Times New Roman"/>
              <a:ea typeface="Times New Roman"/>
              <a:cs typeface="Times New Roman"/>
              <a:sym typeface="Times New Roman"/>
            </a:endParaRPr>
          </a:p>
        </p:txBody>
      </p:sp>
      <p:grpSp>
        <p:nvGrpSpPr>
          <p:cNvPr id="304" name="Google Shape;304;p15"/>
          <p:cNvGrpSpPr/>
          <p:nvPr/>
        </p:nvGrpSpPr>
        <p:grpSpPr>
          <a:xfrm>
            <a:off x="490537" y="773112"/>
            <a:ext cx="738187" cy="474662"/>
            <a:chOff x="309" y="487"/>
            <a:chExt cx="465" cy="299"/>
          </a:xfrm>
        </p:grpSpPr>
        <p:sp>
          <p:nvSpPr>
            <p:cNvPr id="305" name="Google Shape;305;p15"/>
            <p:cNvSpPr txBox="1"/>
            <p:nvPr/>
          </p:nvSpPr>
          <p:spPr>
            <a:xfrm>
              <a:off x="309" y="487"/>
              <a:ext cx="266" cy="299"/>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1" sz="2800" u="none">
                <a:solidFill>
                  <a:schemeClr val="dk1"/>
                </a:solidFill>
                <a:latin typeface="Times New Roman"/>
                <a:ea typeface="Times New Roman"/>
                <a:cs typeface="Times New Roman"/>
                <a:sym typeface="Times New Roman"/>
              </a:endParaRPr>
            </a:p>
          </p:txBody>
        </p:sp>
        <p:sp>
          <p:nvSpPr>
            <p:cNvPr id="306" name="Google Shape;306;p15"/>
            <p:cNvSpPr txBox="1"/>
            <p:nvPr/>
          </p:nvSpPr>
          <p:spPr>
            <a:xfrm>
              <a:off x="542" y="487"/>
              <a:ext cx="232" cy="299"/>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1" sz="2800" u="none">
                <a:solidFill>
                  <a:schemeClr val="dk1"/>
                </a:solidFill>
                <a:latin typeface="Times New Roman"/>
                <a:ea typeface="Times New Roman"/>
                <a:cs typeface="Times New Roman"/>
                <a:sym typeface="Times New Roman"/>
              </a:endParaRPr>
            </a:p>
          </p:txBody>
        </p:sp>
      </p:grpSp>
      <p:sp>
        <p:nvSpPr>
          <p:cNvPr id="307" name="Google Shape;307;p15"/>
          <p:cNvSpPr txBox="1"/>
          <p:nvPr/>
        </p:nvSpPr>
        <p:spPr>
          <a:xfrm>
            <a:off x="76200" y="700087"/>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1" sz="2800" u="none">
              <a:solidFill>
                <a:schemeClr val="dk1"/>
              </a:solidFill>
              <a:latin typeface="Times New Roman"/>
              <a:ea typeface="Times New Roman"/>
              <a:cs typeface="Times New Roman"/>
              <a:sym typeface="Times New Roman"/>
            </a:endParaRPr>
          </a:p>
        </p:txBody>
      </p:sp>
      <p:sp>
        <p:nvSpPr>
          <p:cNvPr id="308" name="Google Shape;308;p15"/>
          <p:cNvSpPr txBox="1"/>
          <p:nvPr/>
        </p:nvSpPr>
        <p:spPr>
          <a:xfrm>
            <a:off x="711200" y="242887"/>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1" sz="2800" u="none">
              <a:solidFill>
                <a:schemeClr val="dk1"/>
              </a:solidFill>
              <a:latin typeface="Times New Roman"/>
              <a:ea typeface="Times New Roman"/>
              <a:cs typeface="Times New Roman"/>
              <a:sym typeface="Times New Roman"/>
            </a:endParaRPr>
          </a:p>
        </p:txBody>
      </p:sp>
      <p:sp>
        <p:nvSpPr>
          <p:cNvPr id="309" name="Google Shape;309;p15"/>
          <p:cNvSpPr txBox="1"/>
          <p:nvPr/>
        </p:nvSpPr>
        <p:spPr>
          <a:xfrm>
            <a:off x="442912" y="773112"/>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1" sz="2800" u="none">
              <a:solidFill>
                <a:schemeClr val="dk1"/>
              </a:solidFill>
              <a:latin typeface="Times New Roman"/>
              <a:ea typeface="Times New Roman"/>
              <a:cs typeface="Times New Roman"/>
              <a:sym typeface="Times New Roman"/>
            </a:endParaRPr>
          </a:p>
        </p:txBody>
      </p:sp>
      <p:sp>
        <p:nvSpPr>
          <p:cNvPr id="310" name="Google Shape;310;p15"/>
          <p:cNvSpPr txBox="1"/>
          <p:nvPr/>
        </p:nvSpPr>
        <p:spPr>
          <a:xfrm>
            <a:off x="152400" y="1447800"/>
            <a:ext cx="8839200" cy="3810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1" sz="2800" u="none">
              <a:solidFill>
                <a:schemeClr val="dk1"/>
              </a:solidFill>
              <a:latin typeface="Times New Roman"/>
              <a:ea typeface="Times New Roman"/>
              <a:cs typeface="Times New Roman"/>
              <a:sym typeface="Times New Roman"/>
            </a:endParaRPr>
          </a:p>
        </p:txBody>
      </p:sp>
      <p:sp>
        <p:nvSpPr>
          <p:cNvPr id="311" name="Google Shape;311;p15"/>
          <p:cNvSpPr txBox="1"/>
          <p:nvPr/>
        </p:nvSpPr>
        <p:spPr>
          <a:xfrm>
            <a:off x="228600" y="1600200"/>
            <a:ext cx="8534400" cy="3081337"/>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Times New Roman"/>
              <a:buNone/>
            </a:pPr>
            <a:r>
              <a:rPr b="1" i="1" lang="en-US" sz="2800" u="none">
                <a:solidFill>
                  <a:schemeClr val="dk1"/>
                </a:solidFill>
                <a:latin typeface="Times New Roman"/>
                <a:ea typeface="Times New Roman"/>
                <a:cs typeface="Times New Roman"/>
                <a:sym typeface="Times New Roman"/>
              </a:rPr>
              <a:t>We have a channel with a 1-MHz bandwidth. The SNR for this channel is 63. What are the appropriate bit rate and signal level?</a:t>
            </a:r>
            <a:endParaRPr/>
          </a:p>
          <a:p>
            <a:pPr indent="0" lvl="0" marL="0" marR="0" rtl="0" algn="just">
              <a:lnSpc>
                <a:spcPct val="100000"/>
              </a:lnSpc>
              <a:spcBef>
                <a:spcPts val="0"/>
              </a:spcBef>
              <a:spcAft>
                <a:spcPts val="0"/>
              </a:spcAft>
              <a:buClr>
                <a:schemeClr val="dk1"/>
              </a:buClr>
              <a:buSzPts val="2800"/>
              <a:buFont typeface="Times New Roman"/>
              <a:buNone/>
            </a:pPr>
            <a:r>
              <a:t/>
            </a:r>
            <a:endParaRPr b="1" i="1" sz="2800" u="none">
              <a:solidFill>
                <a:schemeClr val="hlink"/>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chemeClr val="hlink"/>
              </a:buClr>
              <a:buSzPts val="2800"/>
              <a:buFont typeface="Times New Roman"/>
              <a:buNone/>
            </a:pPr>
            <a:r>
              <a:rPr b="1" i="1" lang="en-US" sz="2800" u="none">
                <a:solidFill>
                  <a:schemeClr val="hlink"/>
                </a:solidFill>
                <a:latin typeface="Times New Roman"/>
                <a:ea typeface="Times New Roman"/>
                <a:cs typeface="Times New Roman"/>
                <a:sym typeface="Times New Roman"/>
              </a:rPr>
              <a:t>Solution</a:t>
            </a:r>
            <a:endParaRPr/>
          </a:p>
          <a:p>
            <a:pPr indent="0" lvl="0" marL="0" marR="0" rtl="0" algn="just">
              <a:lnSpc>
                <a:spcPct val="100000"/>
              </a:lnSpc>
              <a:spcBef>
                <a:spcPts val="0"/>
              </a:spcBef>
              <a:spcAft>
                <a:spcPts val="0"/>
              </a:spcAft>
              <a:buClr>
                <a:schemeClr val="dk1"/>
              </a:buClr>
              <a:buSzPts val="2800"/>
              <a:buFont typeface="Times New Roman"/>
              <a:buNone/>
            </a:pPr>
            <a:r>
              <a:rPr b="1" i="1" lang="en-US" sz="2800" u="none">
                <a:solidFill>
                  <a:schemeClr val="dk1"/>
                </a:solidFill>
                <a:latin typeface="Times New Roman"/>
                <a:ea typeface="Times New Roman"/>
                <a:cs typeface="Times New Roman"/>
                <a:sym typeface="Times New Roman"/>
              </a:rPr>
              <a:t>First, we use the Shannon formula to find the upper limit.</a:t>
            </a:r>
            <a:endParaRPr/>
          </a:p>
        </p:txBody>
      </p:sp>
      <p:sp>
        <p:nvSpPr>
          <p:cNvPr id="312" name="Google Shape;312;p15"/>
          <p:cNvSpPr txBox="1"/>
          <p:nvPr/>
        </p:nvSpPr>
        <p:spPr>
          <a:xfrm>
            <a:off x="1143000" y="182562"/>
            <a:ext cx="3081337" cy="584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3200"/>
              <a:buFont typeface="Times New Roman"/>
              <a:buNone/>
            </a:pPr>
            <a:r>
              <a:rPr b="1" i="1" lang="en-US" sz="3200" u="none">
                <a:solidFill>
                  <a:schemeClr val="hlink"/>
                </a:solidFill>
                <a:latin typeface="Times New Roman"/>
                <a:ea typeface="Times New Roman"/>
                <a:cs typeface="Times New Roman"/>
                <a:sym typeface="Times New Roman"/>
              </a:rPr>
              <a:t>Using both levels</a:t>
            </a:r>
            <a:endParaRPr/>
          </a:p>
        </p:txBody>
      </p:sp>
      <p:pic>
        <p:nvPicPr>
          <p:cNvPr id="313" name="Google Shape;313;p15"/>
          <p:cNvPicPr preferRelativeResize="0"/>
          <p:nvPr/>
        </p:nvPicPr>
        <p:blipFill rotWithShape="1">
          <a:blip r:embed="rId3">
            <a:alphaModFix/>
          </a:blip>
          <a:srcRect b="0" l="0" r="0" t="0"/>
          <a:stretch/>
        </p:blipFill>
        <p:spPr>
          <a:xfrm>
            <a:off x="885825" y="5121275"/>
            <a:ext cx="7370762" cy="441325"/>
          </a:xfrm>
          <a:prstGeom prst="rect">
            <a:avLst/>
          </a:prstGeom>
          <a:noFill/>
          <a:ln cap="flat" cmpd="thickThin" w="57150">
            <a:solidFill>
              <a:schemeClr val="folHlink"/>
            </a:solidFill>
            <a:prstDash val="solid"/>
            <a:miter lim="800000"/>
            <a:headEnd len="sm" w="sm" type="none"/>
            <a:tailEnd len="sm" w="sm" type="none"/>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16"/>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a:solidFill>
                  <a:schemeClr val="dk1"/>
                </a:solidFill>
                <a:latin typeface="Arial"/>
                <a:ea typeface="Arial"/>
                <a:cs typeface="Arial"/>
                <a:sym typeface="Arial"/>
              </a:rPr>
              <a:t>3.</a:t>
            </a:r>
            <a:fld id="{00000000-1234-1234-1234-123412341234}" type="slidenum">
              <a:rPr b="1" i="0" lang="en-US" sz="2000" u="none">
                <a:solidFill>
                  <a:schemeClr val="dk1"/>
                </a:solidFill>
                <a:latin typeface="Arial"/>
                <a:ea typeface="Arial"/>
                <a:cs typeface="Arial"/>
                <a:sym typeface="Arial"/>
              </a:rPr>
              <a:t>‹#›</a:t>
            </a:fld>
            <a:endParaRPr/>
          </a:p>
        </p:txBody>
      </p:sp>
      <p:sp>
        <p:nvSpPr>
          <p:cNvPr id="320" name="Google Shape;320;p16"/>
          <p:cNvSpPr txBox="1"/>
          <p:nvPr/>
        </p:nvSpPr>
        <p:spPr>
          <a:xfrm>
            <a:off x="366712" y="350837"/>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1" sz="2800" u="none">
              <a:solidFill>
                <a:schemeClr val="dk1"/>
              </a:solidFill>
              <a:latin typeface="Times New Roman"/>
              <a:ea typeface="Times New Roman"/>
              <a:cs typeface="Times New Roman"/>
              <a:sym typeface="Times New Roman"/>
            </a:endParaRPr>
          </a:p>
        </p:txBody>
      </p:sp>
      <p:sp>
        <p:nvSpPr>
          <p:cNvPr id="321" name="Google Shape;321;p16"/>
          <p:cNvSpPr txBox="1"/>
          <p:nvPr/>
        </p:nvSpPr>
        <p:spPr>
          <a:xfrm>
            <a:off x="749300" y="350837"/>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1" sz="2800" u="none">
              <a:solidFill>
                <a:schemeClr val="dk1"/>
              </a:solidFill>
              <a:latin typeface="Times New Roman"/>
              <a:ea typeface="Times New Roman"/>
              <a:cs typeface="Times New Roman"/>
              <a:sym typeface="Times New Roman"/>
            </a:endParaRPr>
          </a:p>
        </p:txBody>
      </p:sp>
      <p:grpSp>
        <p:nvGrpSpPr>
          <p:cNvPr id="322" name="Google Shape;322;p16"/>
          <p:cNvGrpSpPr/>
          <p:nvPr/>
        </p:nvGrpSpPr>
        <p:grpSpPr>
          <a:xfrm>
            <a:off x="490537" y="773112"/>
            <a:ext cx="738187" cy="474662"/>
            <a:chOff x="309" y="487"/>
            <a:chExt cx="465" cy="299"/>
          </a:xfrm>
        </p:grpSpPr>
        <p:sp>
          <p:nvSpPr>
            <p:cNvPr id="323" name="Google Shape;323;p16"/>
            <p:cNvSpPr txBox="1"/>
            <p:nvPr/>
          </p:nvSpPr>
          <p:spPr>
            <a:xfrm>
              <a:off x="309" y="487"/>
              <a:ext cx="266" cy="299"/>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1" sz="2800" u="none">
                <a:solidFill>
                  <a:schemeClr val="dk1"/>
                </a:solidFill>
                <a:latin typeface="Times New Roman"/>
                <a:ea typeface="Times New Roman"/>
                <a:cs typeface="Times New Roman"/>
                <a:sym typeface="Times New Roman"/>
              </a:endParaRPr>
            </a:p>
          </p:txBody>
        </p:sp>
        <p:sp>
          <p:nvSpPr>
            <p:cNvPr id="324" name="Google Shape;324;p16"/>
            <p:cNvSpPr txBox="1"/>
            <p:nvPr/>
          </p:nvSpPr>
          <p:spPr>
            <a:xfrm>
              <a:off x="542" y="487"/>
              <a:ext cx="232" cy="299"/>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1" sz="2800" u="none">
                <a:solidFill>
                  <a:schemeClr val="dk1"/>
                </a:solidFill>
                <a:latin typeface="Times New Roman"/>
                <a:ea typeface="Times New Roman"/>
                <a:cs typeface="Times New Roman"/>
                <a:sym typeface="Times New Roman"/>
              </a:endParaRPr>
            </a:p>
          </p:txBody>
        </p:sp>
      </p:grpSp>
      <p:sp>
        <p:nvSpPr>
          <p:cNvPr id="325" name="Google Shape;325;p16"/>
          <p:cNvSpPr txBox="1"/>
          <p:nvPr/>
        </p:nvSpPr>
        <p:spPr>
          <a:xfrm>
            <a:off x="76200" y="700087"/>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1" sz="2800" u="none">
              <a:solidFill>
                <a:schemeClr val="dk1"/>
              </a:solidFill>
              <a:latin typeface="Times New Roman"/>
              <a:ea typeface="Times New Roman"/>
              <a:cs typeface="Times New Roman"/>
              <a:sym typeface="Times New Roman"/>
            </a:endParaRPr>
          </a:p>
        </p:txBody>
      </p:sp>
      <p:sp>
        <p:nvSpPr>
          <p:cNvPr id="326" name="Google Shape;326;p16"/>
          <p:cNvSpPr txBox="1"/>
          <p:nvPr/>
        </p:nvSpPr>
        <p:spPr>
          <a:xfrm>
            <a:off x="711200" y="242887"/>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1" sz="2800" u="none">
              <a:solidFill>
                <a:schemeClr val="dk1"/>
              </a:solidFill>
              <a:latin typeface="Times New Roman"/>
              <a:ea typeface="Times New Roman"/>
              <a:cs typeface="Times New Roman"/>
              <a:sym typeface="Times New Roman"/>
            </a:endParaRPr>
          </a:p>
        </p:txBody>
      </p:sp>
      <p:sp>
        <p:nvSpPr>
          <p:cNvPr id="327" name="Google Shape;327;p16"/>
          <p:cNvSpPr txBox="1"/>
          <p:nvPr/>
        </p:nvSpPr>
        <p:spPr>
          <a:xfrm>
            <a:off x="442912" y="773112"/>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1" sz="2800" u="none">
              <a:solidFill>
                <a:schemeClr val="dk1"/>
              </a:solidFill>
              <a:latin typeface="Times New Roman"/>
              <a:ea typeface="Times New Roman"/>
              <a:cs typeface="Times New Roman"/>
              <a:sym typeface="Times New Roman"/>
            </a:endParaRPr>
          </a:p>
        </p:txBody>
      </p:sp>
      <p:sp>
        <p:nvSpPr>
          <p:cNvPr id="328" name="Google Shape;328;p16"/>
          <p:cNvSpPr txBox="1"/>
          <p:nvPr/>
        </p:nvSpPr>
        <p:spPr>
          <a:xfrm>
            <a:off x="152400" y="1447800"/>
            <a:ext cx="8839200" cy="3810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1" sz="2800" u="none">
              <a:solidFill>
                <a:schemeClr val="dk1"/>
              </a:solidFill>
              <a:latin typeface="Times New Roman"/>
              <a:ea typeface="Times New Roman"/>
              <a:cs typeface="Times New Roman"/>
              <a:sym typeface="Times New Roman"/>
            </a:endParaRPr>
          </a:p>
        </p:txBody>
      </p:sp>
      <p:sp>
        <p:nvSpPr>
          <p:cNvPr id="329" name="Google Shape;329;p16"/>
          <p:cNvSpPr txBox="1"/>
          <p:nvPr/>
        </p:nvSpPr>
        <p:spPr>
          <a:xfrm>
            <a:off x="228600" y="1600200"/>
            <a:ext cx="8534400" cy="1800225"/>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Times New Roman"/>
              <a:buNone/>
            </a:pPr>
            <a:r>
              <a:rPr b="1" i="1" lang="en-US" sz="2800" u="none">
                <a:solidFill>
                  <a:schemeClr val="dk1"/>
                </a:solidFill>
                <a:latin typeface="Times New Roman"/>
                <a:ea typeface="Times New Roman"/>
                <a:cs typeface="Times New Roman"/>
                <a:sym typeface="Times New Roman"/>
              </a:rPr>
              <a:t>The Shannon formula gives us 6 Mbps, the upper limit. For better performance we choose something lower, 4 Mbps, for example. Then we use the Nyquist formula to find the number of signal levels.</a:t>
            </a:r>
            <a:endParaRPr/>
          </a:p>
        </p:txBody>
      </p:sp>
      <p:sp>
        <p:nvSpPr>
          <p:cNvPr id="330" name="Google Shape;330;p16"/>
          <p:cNvSpPr txBox="1"/>
          <p:nvPr/>
        </p:nvSpPr>
        <p:spPr>
          <a:xfrm>
            <a:off x="1143000" y="182562"/>
            <a:ext cx="4529137"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3200"/>
              <a:buFont typeface="Times New Roman"/>
              <a:buNone/>
            </a:pPr>
            <a:r>
              <a:rPr b="1" i="1" lang="en-US" sz="3200" u="none">
                <a:solidFill>
                  <a:schemeClr val="hlink"/>
                </a:solidFill>
                <a:latin typeface="Times New Roman"/>
                <a:ea typeface="Times New Roman"/>
                <a:cs typeface="Times New Roman"/>
                <a:sym typeface="Times New Roman"/>
              </a:rPr>
              <a:t>Example 3.41 (continued)</a:t>
            </a:r>
            <a:endParaRPr/>
          </a:p>
        </p:txBody>
      </p:sp>
      <p:pic>
        <p:nvPicPr>
          <p:cNvPr id="331" name="Google Shape;331;p16"/>
          <p:cNvPicPr preferRelativeResize="0"/>
          <p:nvPr/>
        </p:nvPicPr>
        <p:blipFill rotWithShape="1">
          <a:blip r:embed="rId3">
            <a:alphaModFix/>
          </a:blip>
          <a:srcRect b="0" l="0" r="0" t="0"/>
          <a:stretch/>
        </p:blipFill>
        <p:spPr>
          <a:xfrm>
            <a:off x="2055812" y="3840162"/>
            <a:ext cx="5030787" cy="350837"/>
          </a:xfrm>
          <a:prstGeom prst="rect">
            <a:avLst/>
          </a:prstGeom>
          <a:noFill/>
          <a:ln cap="flat" cmpd="thickThin" w="57150">
            <a:solidFill>
              <a:schemeClr val="folHlink"/>
            </a:solidFill>
            <a:prstDash val="solid"/>
            <a:miter lim="800000"/>
            <a:headEnd len="sm" w="sm" type="none"/>
            <a:tailEnd len="sm" w="sm" type="none"/>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17"/>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a:solidFill>
                  <a:schemeClr val="dk1"/>
                </a:solidFill>
                <a:latin typeface="Arial"/>
                <a:ea typeface="Arial"/>
                <a:cs typeface="Arial"/>
                <a:sym typeface="Arial"/>
              </a:rPr>
              <a:t>3.</a:t>
            </a:r>
            <a:fld id="{00000000-1234-1234-1234-123412341234}" type="slidenum">
              <a:rPr b="1" i="0" lang="en-US" sz="2000" u="none">
                <a:solidFill>
                  <a:schemeClr val="dk1"/>
                </a:solidFill>
                <a:latin typeface="Arial"/>
                <a:ea typeface="Arial"/>
                <a:cs typeface="Arial"/>
                <a:sym typeface="Arial"/>
              </a:rPr>
              <a:t>‹#›</a:t>
            </a:fld>
            <a:endParaRPr/>
          </a:p>
        </p:txBody>
      </p:sp>
      <p:sp>
        <p:nvSpPr>
          <p:cNvPr id="338" name="Google Shape;338;p17"/>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1" sz="2800" u="none">
              <a:solidFill>
                <a:schemeClr val="dk1"/>
              </a:solidFill>
              <a:latin typeface="Times New Roman"/>
              <a:ea typeface="Times New Roman"/>
              <a:cs typeface="Times New Roman"/>
              <a:sym typeface="Times New Roman"/>
            </a:endParaRPr>
          </a:p>
        </p:txBody>
      </p:sp>
      <p:sp>
        <p:nvSpPr>
          <p:cNvPr id="339" name="Google Shape;339;p17"/>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1" sz="2800" u="none">
              <a:solidFill>
                <a:schemeClr val="dk1"/>
              </a:solidFill>
              <a:latin typeface="Times New Roman"/>
              <a:ea typeface="Times New Roman"/>
              <a:cs typeface="Times New Roman"/>
              <a:sym typeface="Times New Roman"/>
            </a:endParaRPr>
          </a:p>
        </p:txBody>
      </p:sp>
      <p:sp>
        <p:nvSpPr>
          <p:cNvPr id="340" name="Google Shape;340;p17"/>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1" sz="2800" u="none">
              <a:solidFill>
                <a:schemeClr val="dk1"/>
              </a:solidFill>
              <a:latin typeface="Times New Roman"/>
              <a:ea typeface="Times New Roman"/>
              <a:cs typeface="Times New Roman"/>
              <a:sym typeface="Times New Roman"/>
            </a:endParaRPr>
          </a:p>
        </p:txBody>
      </p:sp>
      <p:sp>
        <p:nvSpPr>
          <p:cNvPr id="341" name="Google Shape;341;p17"/>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1" sz="2800" u="none">
              <a:solidFill>
                <a:schemeClr val="dk1"/>
              </a:solidFill>
              <a:latin typeface="Times New Roman"/>
              <a:ea typeface="Times New Roman"/>
              <a:cs typeface="Times New Roman"/>
              <a:sym typeface="Times New Roman"/>
            </a:endParaRPr>
          </a:p>
        </p:txBody>
      </p:sp>
      <p:sp>
        <p:nvSpPr>
          <p:cNvPr id="342" name="Google Shape;342;p17"/>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1" sz="2800" u="none">
              <a:solidFill>
                <a:schemeClr val="dk1"/>
              </a:solidFill>
              <a:latin typeface="Times New Roman"/>
              <a:ea typeface="Times New Roman"/>
              <a:cs typeface="Times New Roman"/>
              <a:sym typeface="Times New Roman"/>
            </a:endParaRPr>
          </a:p>
        </p:txBody>
      </p:sp>
      <p:sp>
        <p:nvSpPr>
          <p:cNvPr id="343" name="Google Shape;343;p17"/>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1" sz="2800" u="none">
              <a:solidFill>
                <a:schemeClr val="dk1"/>
              </a:solidFill>
              <a:latin typeface="Times New Roman"/>
              <a:ea typeface="Times New Roman"/>
              <a:cs typeface="Times New Roman"/>
              <a:sym typeface="Times New Roman"/>
            </a:endParaRPr>
          </a:p>
        </p:txBody>
      </p:sp>
      <p:sp>
        <p:nvSpPr>
          <p:cNvPr id="344" name="Google Shape;344;p17"/>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1" sz="2800" u="none">
              <a:solidFill>
                <a:schemeClr val="dk1"/>
              </a:solidFill>
              <a:latin typeface="Times New Roman"/>
              <a:ea typeface="Times New Roman"/>
              <a:cs typeface="Times New Roman"/>
              <a:sym typeface="Times New Roman"/>
            </a:endParaRPr>
          </a:p>
        </p:txBody>
      </p:sp>
      <p:cxnSp>
        <p:nvCxnSpPr>
          <p:cNvPr id="345" name="Google Shape;345;p17"/>
          <p:cNvCxnSpPr/>
          <p:nvPr/>
        </p:nvCxnSpPr>
        <p:spPr>
          <a:xfrm>
            <a:off x="457200" y="2514600"/>
            <a:ext cx="8153400" cy="0"/>
          </a:xfrm>
          <a:prstGeom prst="straightConnector1">
            <a:avLst/>
          </a:prstGeom>
          <a:noFill/>
          <a:ln cap="flat" cmpd="sng" w="76200">
            <a:solidFill>
              <a:srgbClr val="009900"/>
            </a:solidFill>
            <a:prstDash val="solid"/>
            <a:miter lim="800000"/>
            <a:headEnd len="med" w="med" type="none"/>
            <a:tailEnd len="med" w="med" type="none"/>
          </a:ln>
        </p:spPr>
      </p:cxnSp>
      <p:cxnSp>
        <p:nvCxnSpPr>
          <p:cNvPr id="346" name="Google Shape;346;p17"/>
          <p:cNvCxnSpPr/>
          <p:nvPr/>
        </p:nvCxnSpPr>
        <p:spPr>
          <a:xfrm>
            <a:off x="458787" y="4267200"/>
            <a:ext cx="8153400" cy="0"/>
          </a:xfrm>
          <a:prstGeom prst="straightConnector1">
            <a:avLst/>
          </a:prstGeom>
          <a:noFill/>
          <a:ln cap="flat" cmpd="sng" w="76200">
            <a:solidFill>
              <a:srgbClr val="009900"/>
            </a:solidFill>
            <a:prstDash val="solid"/>
            <a:miter lim="800000"/>
            <a:headEnd len="med" w="med" type="none"/>
            <a:tailEnd len="med" w="med" type="none"/>
          </a:ln>
        </p:spPr>
      </p:cxnSp>
      <p:sp>
        <p:nvSpPr>
          <p:cNvPr id="347" name="Google Shape;347;p17"/>
          <p:cNvSpPr txBox="1"/>
          <p:nvPr/>
        </p:nvSpPr>
        <p:spPr>
          <a:xfrm>
            <a:off x="495300" y="2606675"/>
            <a:ext cx="8077200" cy="1554162"/>
          </a:xfrm>
          <a:prstGeom prst="rect">
            <a:avLst/>
          </a:prstGeom>
          <a:solidFill>
            <a:srgbClr val="99FF33"/>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3200"/>
              <a:buFont typeface="Arial"/>
              <a:buNone/>
            </a:pPr>
            <a:r>
              <a:rPr b="1" i="0" lang="en-US" sz="3200" u="none">
                <a:solidFill>
                  <a:schemeClr val="dk1"/>
                </a:solidFill>
                <a:latin typeface="Arial"/>
                <a:ea typeface="Arial"/>
                <a:cs typeface="Arial"/>
                <a:sym typeface="Arial"/>
              </a:rPr>
              <a:t>The Shannon capacity gives us the upper limit; the Nyquist formula tells us how many signal levels we need.</a:t>
            </a:r>
            <a:endParaRPr/>
          </a:p>
        </p:txBody>
      </p:sp>
      <p:grpSp>
        <p:nvGrpSpPr>
          <p:cNvPr id="348" name="Google Shape;348;p17"/>
          <p:cNvGrpSpPr/>
          <p:nvPr/>
        </p:nvGrpSpPr>
        <p:grpSpPr>
          <a:xfrm>
            <a:off x="457200" y="1871662"/>
            <a:ext cx="1143000" cy="566737"/>
            <a:chOff x="1200" y="1248"/>
            <a:chExt cx="720" cy="357"/>
          </a:xfrm>
        </p:grpSpPr>
        <p:pic>
          <p:nvPicPr>
            <p:cNvPr id="349" name="Google Shape;349;p17"/>
            <p:cNvPicPr preferRelativeResize="0"/>
            <p:nvPr/>
          </p:nvPicPr>
          <p:blipFill rotWithShape="1">
            <a:blip r:embed="rId3">
              <a:alphaModFix/>
            </a:blip>
            <a:srcRect b="0" l="0" r="0" t="0"/>
            <a:stretch/>
          </p:blipFill>
          <p:spPr>
            <a:xfrm>
              <a:off x="1200" y="1248"/>
              <a:ext cx="720" cy="357"/>
            </a:xfrm>
            <a:prstGeom prst="rect">
              <a:avLst/>
            </a:prstGeom>
            <a:noFill/>
            <a:ln>
              <a:noFill/>
            </a:ln>
          </p:spPr>
        </p:pic>
        <p:sp>
          <p:nvSpPr>
            <p:cNvPr id="350" name="Google Shape;350;p17"/>
            <p:cNvSpPr txBox="1"/>
            <p:nvPr/>
          </p:nvSpPr>
          <p:spPr>
            <a:xfrm>
              <a:off x="1284" y="1248"/>
              <a:ext cx="551" cy="32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2800"/>
                <a:buFont typeface="Times New Roman"/>
                <a:buNone/>
              </a:pPr>
              <a:r>
                <a:rPr b="1" i="1" lang="en-US" sz="2800" u="none">
                  <a:solidFill>
                    <a:schemeClr val="hlink"/>
                  </a:solidFill>
                  <a:latin typeface="Times New Roman"/>
                  <a:ea typeface="Times New Roman"/>
                  <a:cs typeface="Times New Roman"/>
                  <a:sym typeface="Times New Roman"/>
                </a:rPr>
                <a:t>Note</a:t>
              </a:r>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p18"/>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a:solidFill>
                  <a:schemeClr val="dk1"/>
                </a:solidFill>
                <a:latin typeface="Arial"/>
                <a:ea typeface="Arial"/>
                <a:cs typeface="Arial"/>
                <a:sym typeface="Arial"/>
              </a:rPr>
              <a:t>3.</a:t>
            </a:r>
            <a:fld id="{00000000-1234-1234-1234-123412341234}" type="slidenum">
              <a:rPr b="1" i="0" lang="en-US" sz="2000" u="none">
                <a:solidFill>
                  <a:schemeClr val="dk1"/>
                </a:solidFill>
                <a:latin typeface="Arial"/>
                <a:ea typeface="Arial"/>
                <a:cs typeface="Arial"/>
                <a:sym typeface="Arial"/>
              </a:rPr>
              <a:t>‹#›</a:t>
            </a:fld>
            <a:endParaRPr/>
          </a:p>
        </p:txBody>
      </p:sp>
      <p:sp>
        <p:nvSpPr>
          <p:cNvPr id="357" name="Google Shape;357;p18"/>
          <p:cNvSpPr txBox="1"/>
          <p:nvPr/>
        </p:nvSpPr>
        <p:spPr>
          <a:xfrm>
            <a:off x="0" y="0"/>
            <a:ext cx="9144000" cy="838200"/>
          </a:xfrm>
          <a:prstGeom prst="rect">
            <a:avLst/>
          </a:prstGeom>
          <a:solidFill>
            <a:srgbClr val="33CC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1" sz="2800" u="none">
              <a:solidFill>
                <a:schemeClr val="dk1"/>
              </a:solidFill>
              <a:latin typeface="Times New Roman"/>
              <a:ea typeface="Times New Roman"/>
              <a:cs typeface="Times New Roman"/>
              <a:sym typeface="Times New Roman"/>
            </a:endParaRPr>
          </a:p>
        </p:txBody>
      </p:sp>
      <p:sp>
        <p:nvSpPr>
          <p:cNvPr id="358" name="Google Shape;358;p18"/>
          <p:cNvSpPr txBox="1"/>
          <p:nvPr/>
        </p:nvSpPr>
        <p:spPr>
          <a:xfrm>
            <a:off x="228600" y="76200"/>
            <a:ext cx="4237037"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Times"/>
              <a:buNone/>
            </a:pPr>
            <a:r>
              <a:rPr b="1" i="0" lang="en-US" sz="3200" u="none">
                <a:solidFill>
                  <a:schemeClr val="dk1"/>
                </a:solidFill>
                <a:latin typeface="Times"/>
                <a:ea typeface="Times"/>
                <a:cs typeface="Times"/>
                <a:sym typeface="Times"/>
              </a:rPr>
              <a:t>3-6   PERFORMANCE</a:t>
            </a:r>
            <a:endParaRPr/>
          </a:p>
        </p:txBody>
      </p:sp>
      <p:sp>
        <p:nvSpPr>
          <p:cNvPr id="359" name="Google Shape;359;p18"/>
          <p:cNvSpPr txBox="1"/>
          <p:nvPr/>
        </p:nvSpPr>
        <p:spPr>
          <a:xfrm>
            <a:off x="8229600" y="6400800"/>
            <a:ext cx="18415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1" baseline="-25000" i="1" sz="2800" u="none">
              <a:solidFill>
                <a:schemeClr val="dk1"/>
              </a:solidFill>
              <a:latin typeface="Times New Roman"/>
              <a:ea typeface="Times New Roman"/>
              <a:cs typeface="Times New Roman"/>
              <a:sym typeface="Times New Roman"/>
            </a:endParaRPr>
          </a:p>
        </p:txBody>
      </p:sp>
      <p:sp>
        <p:nvSpPr>
          <p:cNvPr id="360" name="Google Shape;360;p18"/>
          <p:cNvSpPr txBox="1"/>
          <p:nvPr/>
        </p:nvSpPr>
        <p:spPr>
          <a:xfrm>
            <a:off x="76200" y="1487487"/>
            <a:ext cx="8610600" cy="1385887"/>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Times New Roman"/>
              <a:buNone/>
            </a:pPr>
            <a:r>
              <a:rPr b="1" i="1" lang="en-US" sz="2800" u="none">
                <a:solidFill>
                  <a:schemeClr val="dk1"/>
                </a:solidFill>
                <a:latin typeface="Times New Roman"/>
                <a:ea typeface="Times New Roman"/>
                <a:cs typeface="Times New Roman"/>
                <a:sym typeface="Times New Roman"/>
              </a:rPr>
              <a:t>One important issue in networking is the </a:t>
            </a:r>
            <a:r>
              <a:rPr b="1" i="1" lang="en-US" sz="2800" u="none">
                <a:solidFill>
                  <a:schemeClr val="hlink"/>
                </a:solidFill>
                <a:latin typeface="Times New Roman"/>
                <a:ea typeface="Times New Roman"/>
                <a:cs typeface="Times New Roman"/>
                <a:sym typeface="Times New Roman"/>
              </a:rPr>
              <a:t>performance</a:t>
            </a:r>
            <a:r>
              <a:rPr b="1" i="1" lang="en-US" sz="2800" u="none">
                <a:solidFill>
                  <a:schemeClr val="dk1"/>
                </a:solidFill>
                <a:latin typeface="Times New Roman"/>
                <a:ea typeface="Times New Roman"/>
                <a:cs typeface="Times New Roman"/>
                <a:sym typeface="Times New Roman"/>
              </a:rPr>
              <a:t> of the network—how good is it? In this section, we introduce terms that we need for future.</a:t>
            </a:r>
            <a:endParaRPr/>
          </a:p>
        </p:txBody>
      </p:sp>
      <p:sp>
        <p:nvSpPr>
          <p:cNvPr id="361" name="Google Shape;361;p18"/>
          <p:cNvSpPr txBox="1"/>
          <p:nvPr/>
        </p:nvSpPr>
        <p:spPr>
          <a:xfrm>
            <a:off x="152400" y="4819650"/>
            <a:ext cx="5715000" cy="15525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33CC"/>
              </a:buClr>
              <a:buSzPts val="2400"/>
              <a:buFont typeface="Times New Roman"/>
              <a:buNone/>
            </a:pPr>
            <a:r>
              <a:rPr b="1" i="0" lang="en-US" sz="2400" u="none">
                <a:solidFill>
                  <a:srgbClr val="0033CC"/>
                </a:solidFill>
                <a:latin typeface="Times New Roman"/>
                <a:ea typeface="Times New Roman"/>
                <a:cs typeface="Times New Roman"/>
                <a:sym typeface="Times New Roman"/>
              </a:rPr>
              <a:t>Bandwidth</a:t>
            </a:r>
            <a:br>
              <a:rPr b="1" i="0" lang="en-US" sz="2400" u="none">
                <a:solidFill>
                  <a:srgbClr val="0033CC"/>
                </a:solidFill>
                <a:latin typeface="Times New Roman"/>
                <a:ea typeface="Times New Roman"/>
                <a:cs typeface="Times New Roman"/>
                <a:sym typeface="Times New Roman"/>
              </a:rPr>
            </a:br>
            <a:r>
              <a:rPr b="1" i="0" lang="en-US" sz="2400" u="none">
                <a:solidFill>
                  <a:srgbClr val="0033CC"/>
                </a:solidFill>
                <a:latin typeface="Times New Roman"/>
                <a:ea typeface="Times New Roman"/>
                <a:cs typeface="Times New Roman"/>
                <a:sym typeface="Times New Roman"/>
              </a:rPr>
              <a:t>Throughput</a:t>
            </a:r>
            <a:br>
              <a:rPr b="1" i="0" lang="en-US" sz="2400" u="none">
                <a:solidFill>
                  <a:srgbClr val="0033CC"/>
                </a:solidFill>
                <a:latin typeface="Times New Roman"/>
                <a:ea typeface="Times New Roman"/>
                <a:cs typeface="Times New Roman"/>
                <a:sym typeface="Times New Roman"/>
              </a:rPr>
            </a:br>
            <a:r>
              <a:rPr b="1" i="0" lang="en-US" sz="2400" u="none">
                <a:solidFill>
                  <a:srgbClr val="0033CC"/>
                </a:solidFill>
                <a:latin typeface="Times New Roman"/>
                <a:ea typeface="Times New Roman"/>
                <a:cs typeface="Times New Roman"/>
                <a:sym typeface="Times New Roman"/>
              </a:rPr>
              <a:t>Latency (Delay)</a:t>
            </a:r>
            <a:endParaRPr/>
          </a:p>
          <a:p>
            <a:pPr indent="0" lvl="0" marL="0" marR="0" rtl="0" algn="l">
              <a:lnSpc>
                <a:spcPct val="100000"/>
              </a:lnSpc>
              <a:spcBef>
                <a:spcPts val="0"/>
              </a:spcBef>
              <a:spcAft>
                <a:spcPts val="0"/>
              </a:spcAft>
              <a:buClr>
                <a:srgbClr val="0033CC"/>
              </a:buClr>
              <a:buSzPts val="2400"/>
              <a:buFont typeface="Times New Roman"/>
              <a:buNone/>
            </a:pPr>
            <a:r>
              <a:rPr b="1" i="0" lang="en-US" sz="2400" u="none">
                <a:solidFill>
                  <a:srgbClr val="0033CC"/>
                </a:solidFill>
                <a:latin typeface="Times New Roman"/>
                <a:ea typeface="Times New Roman"/>
                <a:cs typeface="Times New Roman"/>
                <a:sym typeface="Times New Roman"/>
              </a:rPr>
              <a:t>Bandwidth-Delay Product</a:t>
            </a:r>
            <a:endParaRPr/>
          </a:p>
        </p:txBody>
      </p:sp>
      <p:sp>
        <p:nvSpPr>
          <p:cNvPr id="362" name="Google Shape;362;p18"/>
          <p:cNvSpPr txBox="1"/>
          <p:nvPr/>
        </p:nvSpPr>
        <p:spPr>
          <a:xfrm>
            <a:off x="165100" y="4343400"/>
            <a:ext cx="4862512" cy="5191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hlink"/>
              </a:buClr>
              <a:buSzPts val="2800"/>
              <a:buFont typeface="Times New Roman"/>
              <a:buNone/>
            </a:pPr>
            <a:r>
              <a:rPr b="1" i="1" lang="en-US" sz="2800" u="sng">
                <a:solidFill>
                  <a:schemeClr val="hlink"/>
                </a:solidFill>
                <a:latin typeface="Times New Roman"/>
                <a:ea typeface="Times New Roman"/>
                <a:cs typeface="Times New Roman"/>
                <a:sym typeface="Times New Roman"/>
              </a:rPr>
              <a:t>Topics discussed in this section:</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19"/>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a:solidFill>
                  <a:schemeClr val="dk1"/>
                </a:solidFill>
                <a:latin typeface="Arial"/>
                <a:ea typeface="Arial"/>
                <a:cs typeface="Arial"/>
                <a:sym typeface="Arial"/>
              </a:rPr>
              <a:t>3.</a:t>
            </a:r>
            <a:fld id="{00000000-1234-1234-1234-123412341234}" type="slidenum">
              <a:rPr b="1" i="0" lang="en-US" sz="2000" u="none">
                <a:solidFill>
                  <a:schemeClr val="dk1"/>
                </a:solidFill>
                <a:latin typeface="Arial"/>
                <a:ea typeface="Arial"/>
                <a:cs typeface="Arial"/>
                <a:sym typeface="Arial"/>
              </a:rPr>
              <a:t>‹#›</a:t>
            </a:fld>
            <a:endParaRPr/>
          </a:p>
        </p:txBody>
      </p:sp>
      <p:sp>
        <p:nvSpPr>
          <p:cNvPr id="369" name="Google Shape;369;p19"/>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1" sz="2800" u="none">
              <a:solidFill>
                <a:schemeClr val="dk1"/>
              </a:solidFill>
              <a:latin typeface="Times New Roman"/>
              <a:ea typeface="Times New Roman"/>
              <a:cs typeface="Times New Roman"/>
              <a:sym typeface="Times New Roman"/>
            </a:endParaRPr>
          </a:p>
        </p:txBody>
      </p:sp>
      <p:sp>
        <p:nvSpPr>
          <p:cNvPr id="370" name="Google Shape;370;p19"/>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1" sz="2800" u="none">
              <a:solidFill>
                <a:schemeClr val="dk1"/>
              </a:solidFill>
              <a:latin typeface="Times New Roman"/>
              <a:ea typeface="Times New Roman"/>
              <a:cs typeface="Times New Roman"/>
              <a:sym typeface="Times New Roman"/>
            </a:endParaRPr>
          </a:p>
        </p:txBody>
      </p:sp>
      <p:sp>
        <p:nvSpPr>
          <p:cNvPr id="371" name="Google Shape;371;p19"/>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1" sz="2800" u="none">
              <a:solidFill>
                <a:schemeClr val="dk1"/>
              </a:solidFill>
              <a:latin typeface="Times New Roman"/>
              <a:ea typeface="Times New Roman"/>
              <a:cs typeface="Times New Roman"/>
              <a:sym typeface="Times New Roman"/>
            </a:endParaRPr>
          </a:p>
        </p:txBody>
      </p:sp>
      <p:sp>
        <p:nvSpPr>
          <p:cNvPr id="372" name="Google Shape;372;p19"/>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1" sz="2800" u="none">
              <a:solidFill>
                <a:schemeClr val="dk1"/>
              </a:solidFill>
              <a:latin typeface="Times New Roman"/>
              <a:ea typeface="Times New Roman"/>
              <a:cs typeface="Times New Roman"/>
              <a:sym typeface="Times New Roman"/>
            </a:endParaRPr>
          </a:p>
        </p:txBody>
      </p:sp>
      <p:sp>
        <p:nvSpPr>
          <p:cNvPr id="373" name="Google Shape;373;p19"/>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1" sz="2800" u="none">
              <a:solidFill>
                <a:schemeClr val="dk1"/>
              </a:solidFill>
              <a:latin typeface="Times New Roman"/>
              <a:ea typeface="Times New Roman"/>
              <a:cs typeface="Times New Roman"/>
              <a:sym typeface="Times New Roman"/>
            </a:endParaRPr>
          </a:p>
        </p:txBody>
      </p:sp>
      <p:sp>
        <p:nvSpPr>
          <p:cNvPr id="374" name="Google Shape;374;p19"/>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1" sz="2800" u="none">
              <a:solidFill>
                <a:schemeClr val="dk1"/>
              </a:solidFill>
              <a:latin typeface="Times New Roman"/>
              <a:ea typeface="Times New Roman"/>
              <a:cs typeface="Times New Roman"/>
              <a:sym typeface="Times New Roman"/>
            </a:endParaRPr>
          </a:p>
        </p:txBody>
      </p:sp>
      <p:sp>
        <p:nvSpPr>
          <p:cNvPr id="375" name="Google Shape;375;p19"/>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1" sz="2800" u="none">
              <a:solidFill>
                <a:schemeClr val="dk1"/>
              </a:solidFill>
              <a:latin typeface="Times New Roman"/>
              <a:ea typeface="Times New Roman"/>
              <a:cs typeface="Times New Roman"/>
              <a:sym typeface="Times New Roman"/>
            </a:endParaRPr>
          </a:p>
        </p:txBody>
      </p:sp>
      <p:cxnSp>
        <p:nvCxnSpPr>
          <p:cNvPr id="376" name="Google Shape;376;p19"/>
          <p:cNvCxnSpPr/>
          <p:nvPr/>
        </p:nvCxnSpPr>
        <p:spPr>
          <a:xfrm>
            <a:off x="457200" y="1676400"/>
            <a:ext cx="8153400" cy="0"/>
          </a:xfrm>
          <a:prstGeom prst="straightConnector1">
            <a:avLst/>
          </a:prstGeom>
          <a:noFill/>
          <a:ln cap="flat" cmpd="sng" w="76200">
            <a:solidFill>
              <a:srgbClr val="009900"/>
            </a:solidFill>
            <a:prstDash val="solid"/>
            <a:miter lim="800000"/>
            <a:headEnd len="med" w="med" type="none"/>
            <a:tailEnd len="med" w="med" type="none"/>
          </a:ln>
        </p:spPr>
      </p:cxnSp>
      <p:cxnSp>
        <p:nvCxnSpPr>
          <p:cNvPr id="377" name="Google Shape;377;p19"/>
          <p:cNvCxnSpPr/>
          <p:nvPr/>
        </p:nvCxnSpPr>
        <p:spPr>
          <a:xfrm>
            <a:off x="458787" y="6248400"/>
            <a:ext cx="8153400" cy="0"/>
          </a:xfrm>
          <a:prstGeom prst="straightConnector1">
            <a:avLst/>
          </a:prstGeom>
          <a:noFill/>
          <a:ln cap="flat" cmpd="sng" w="76200">
            <a:solidFill>
              <a:srgbClr val="009900"/>
            </a:solidFill>
            <a:prstDash val="solid"/>
            <a:miter lim="800000"/>
            <a:headEnd len="med" w="med" type="none"/>
            <a:tailEnd len="med" w="med" type="none"/>
          </a:ln>
        </p:spPr>
      </p:cxnSp>
      <p:sp>
        <p:nvSpPr>
          <p:cNvPr id="378" name="Google Shape;378;p19"/>
          <p:cNvSpPr txBox="1"/>
          <p:nvPr/>
        </p:nvSpPr>
        <p:spPr>
          <a:xfrm>
            <a:off x="495300" y="1692275"/>
            <a:ext cx="7734300" cy="4483100"/>
          </a:xfrm>
          <a:prstGeom prst="rect">
            <a:avLst/>
          </a:prstGeom>
          <a:solidFill>
            <a:srgbClr val="99FF33"/>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folHlink"/>
              </a:buClr>
              <a:buSzPts val="3200"/>
              <a:buFont typeface="Arial"/>
              <a:buNone/>
            </a:pPr>
            <a:r>
              <a:rPr b="1" i="1" lang="en-US" sz="3200" u="none">
                <a:solidFill>
                  <a:schemeClr val="folHlink"/>
                </a:solidFill>
                <a:latin typeface="Arial"/>
                <a:ea typeface="Arial"/>
                <a:cs typeface="Arial"/>
                <a:sym typeface="Arial"/>
              </a:rPr>
              <a:t>In networking, we use the term bandwidth in two contexts.</a:t>
            </a:r>
            <a:endParaRPr/>
          </a:p>
          <a:p>
            <a:pPr indent="0" lvl="0" marL="0" marR="0" rtl="0" algn="just">
              <a:lnSpc>
                <a:spcPct val="100000"/>
              </a:lnSpc>
              <a:spcBef>
                <a:spcPts val="0"/>
              </a:spcBef>
              <a:spcAft>
                <a:spcPts val="0"/>
              </a:spcAft>
              <a:buClr>
                <a:schemeClr val="folHlink"/>
              </a:buClr>
              <a:buSzPts val="2800"/>
              <a:buFont typeface="Arial"/>
              <a:buNone/>
            </a:pPr>
            <a:r>
              <a:rPr b="1" i="0" lang="en-US" sz="2800" u="none">
                <a:solidFill>
                  <a:schemeClr val="folHlink"/>
                </a:solidFill>
                <a:latin typeface="Arial"/>
                <a:ea typeface="Arial"/>
                <a:cs typeface="Arial"/>
                <a:sym typeface="Arial"/>
              </a:rPr>
              <a:t>❏</a:t>
            </a:r>
            <a:r>
              <a:rPr b="1" i="0" lang="en-US" sz="2800" u="none">
                <a:solidFill>
                  <a:schemeClr val="dk1"/>
                </a:solidFill>
                <a:latin typeface="Arial"/>
                <a:ea typeface="Arial"/>
                <a:cs typeface="Arial"/>
                <a:sym typeface="Arial"/>
              </a:rPr>
              <a:t> The first, bandwidth in hertz, refers to</a:t>
            </a:r>
            <a:br>
              <a:rPr b="1" i="0" lang="en-US" sz="2800" u="none">
                <a:solidFill>
                  <a:schemeClr val="dk1"/>
                </a:solidFill>
                <a:latin typeface="Arial"/>
                <a:ea typeface="Arial"/>
                <a:cs typeface="Arial"/>
                <a:sym typeface="Arial"/>
              </a:rPr>
            </a:br>
            <a:r>
              <a:rPr b="1" i="0" lang="en-US" sz="2800" u="none">
                <a:solidFill>
                  <a:schemeClr val="dk1"/>
                </a:solidFill>
                <a:latin typeface="Arial"/>
                <a:ea typeface="Arial"/>
                <a:cs typeface="Arial"/>
                <a:sym typeface="Arial"/>
              </a:rPr>
              <a:t>      the range of frequencies in a</a:t>
            </a:r>
            <a:br>
              <a:rPr b="1" i="0" lang="en-US" sz="2800" u="none">
                <a:solidFill>
                  <a:schemeClr val="dk1"/>
                </a:solidFill>
                <a:latin typeface="Arial"/>
                <a:ea typeface="Arial"/>
                <a:cs typeface="Arial"/>
                <a:sym typeface="Arial"/>
              </a:rPr>
            </a:br>
            <a:r>
              <a:rPr b="1" i="0" lang="en-US" sz="2800" u="none">
                <a:solidFill>
                  <a:schemeClr val="dk1"/>
                </a:solidFill>
                <a:latin typeface="Arial"/>
                <a:ea typeface="Arial"/>
                <a:cs typeface="Arial"/>
                <a:sym typeface="Arial"/>
              </a:rPr>
              <a:t>      composite signal or the range of</a:t>
            </a:r>
            <a:br>
              <a:rPr b="1" i="0" lang="en-US" sz="2800" u="none">
                <a:solidFill>
                  <a:schemeClr val="dk1"/>
                </a:solidFill>
                <a:latin typeface="Arial"/>
                <a:ea typeface="Arial"/>
                <a:cs typeface="Arial"/>
                <a:sym typeface="Arial"/>
              </a:rPr>
            </a:br>
            <a:r>
              <a:rPr b="1" i="0" lang="en-US" sz="2800" u="none">
                <a:solidFill>
                  <a:schemeClr val="dk1"/>
                </a:solidFill>
                <a:latin typeface="Arial"/>
                <a:ea typeface="Arial"/>
                <a:cs typeface="Arial"/>
                <a:sym typeface="Arial"/>
              </a:rPr>
              <a:t>      frequencies that a channel can pass.</a:t>
            </a:r>
            <a:br>
              <a:rPr b="1" i="0" lang="en-US" sz="2800" u="none">
                <a:solidFill>
                  <a:schemeClr val="dk1"/>
                </a:solidFill>
                <a:latin typeface="Arial"/>
                <a:ea typeface="Arial"/>
                <a:cs typeface="Arial"/>
                <a:sym typeface="Arial"/>
              </a:rPr>
            </a:br>
            <a:endParaRPr/>
          </a:p>
          <a:p>
            <a:pPr indent="0" lvl="0" marL="0" marR="0" rtl="0" algn="just">
              <a:lnSpc>
                <a:spcPct val="100000"/>
              </a:lnSpc>
              <a:spcBef>
                <a:spcPts val="0"/>
              </a:spcBef>
              <a:spcAft>
                <a:spcPts val="0"/>
              </a:spcAft>
              <a:buClr>
                <a:schemeClr val="folHlink"/>
              </a:buClr>
              <a:buSzPts val="2800"/>
              <a:buFont typeface="Arial"/>
              <a:buNone/>
            </a:pPr>
            <a:r>
              <a:rPr b="1" i="0" lang="en-US" sz="2800" u="none">
                <a:solidFill>
                  <a:schemeClr val="folHlink"/>
                </a:solidFill>
                <a:latin typeface="Arial"/>
                <a:ea typeface="Arial"/>
                <a:cs typeface="Arial"/>
                <a:sym typeface="Arial"/>
              </a:rPr>
              <a:t>❏</a:t>
            </a:r>
            <a:r>
              <a:rPr b="1" i="0" lang="en-US" sz="2800" u="none">
                <a:solidFill>
                  <a:schemeClr val="dk1"/>
                </a:solidFill>
                <a:latin typeface="Arial"/>
                <a:ea typeface="Arial"/>
                <a:cs typeface="Arial"/>
                <a:sym typeface="Arial"/>
              </a:rPr>
              <a:t> The second, bandwidth in bits per</a:t>
            </a:r>
            <a:br>
              <a:rPr b="1" i="0" lang="en-US" sz="2800" u="none">
                <a:solidFill>
                  <a:schemeClr val="dk1"/>
                </a:solidFill>
                <a:latin typeface="Arial"/>
                <a:ea typeface="Arial"/>
                <a:cs typeface="Arial"/>
                <a:sym typeface="Arial"/>
              </a:rPr>
            </a:br>
            <a:r>
              <a:rPr b="1" i="0" lang="en-US" sz="2800" u="none">
                <a:solidFill>
                  <a:schemeClr val="dk1"/>
                </a:solidFill>
                <a:latin typeface="Arial"/>
                <a:ea typeface="Arial"/>
                <a:cs typeface="Arial"/>
                <a:sym typeface="Arial"/>
              </a:rPr>
              <a:t>       second, refers to the speed of bit</a:t>
            </a:r>
            <a:br>
              <a:rPr b="1" i="0" lang="en-US" sz="2800" u="none">
                <a:solidFill>
                  <a:schemeClr val="dk1"/>
                </a:solidFill>
                <a:latin typeface="Arial"/>
                <a:ea typeface="Arial"/>
                <a:cs typeface="Arial"/>
                <a:sym typeface="Arial"/>
              </a:rPr>
            </a:br>
            <a:r>
              <a:rPr b="1" i="0" lang="en-US" sz="2800" u="none">
                <a:solidFill>
                  <a:schemeClr val="dk1"/>
                </a:solidFill>
                <a:latin typeface="Arial"/>
                <a:ea typeface="Arial"/>
                <a:cs typeface="Arial"/>
                <a:sym typeface="Arial"/>
              </a:rPr>
              <a:t>       transmission in a channel or link.</a:t>
            </a:r>
            <a:endParaRPr/>
          </a:p>
        </p:txBody>
      </p:sp>
      <p:grpSp>
        <p:nvGrpSpPr>
          <p:cNvPr id="379" name="Google Shape;379;p19"/>
          <p:cNvGrpSpPr/>
          <p:nvPr/>
        </p:nvGrpSpPr>
        <p:grpSpPr>
          <a:xfrm>
            <a:off x="457200" y="1033462"/>
            <a:ext cx="1143000" cy="566737"/>
            <a:chOff x="1200" y="1248"/>
            <a:chExt cx="720" cy="357"/>
          </a:xfrm>
        </p:grpSpPr>
        <p:pic>
          <p:nvPicPr>
            <p:cNvPr id="380" name="Google Shape;380;p19"/>
            <p:cNvPicPr preferRelativeResize="0"/>
            <p:nvPr/>
          </p:nvPicPr>
          <p:blipFill rotWithShape="1">
            <a:blip r:embed="rId3">
              <a:alphaModFix/>
            </a:blip>
            <a:srcRect b="0" l="0" r="0" t="0"/>
            <a:stretch/>
          </p:blipFill>
          <p:spPr>
            <a:xfrm>
              <a:off x="1200" y="1248"/>
              <a:ext cx="720" cy="357"/>
            </a:xfrm>
            <a:prstGeom prst="rect">
              <a:avLst/>
            </a:prstGeom>
            <a:noFill/>
            <a:ln>
              <a:noFill/>
            </a:ln>
          </p:spPr>
        </p:pic>
        <p:sp>
          <p:nvSpPr>
            <p:cNvPr id="381" name="Google Shape;381;p19"/>
            <p:cNvSpPr txBox="1"/>
            <p:nvPr/>
          </p:nvSpPr>
          <p:spPr>
            <a:xfrm>
              <a:off x="1284" y="1248"/>
              <a:ext cx="551" cy="32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2800"/>
                <a:buFont typeface="Times New Roman"/>
                <a:buNone/>
              </a:pPr>
              <a:r>
                <a:rPr b="1" i="1" lang="en-US" sz="2800" u="none">
                  <a:solidFill>
                    <a:schemeClr val="hlink"/>
                  </a:solidFill>
                  <a:latin typeface="Times New Roman"/>
                  <a:ea typeface="Times New Roman"/>
                  <a:cs typeface="Times New Roman"/>
                  <a:sym typeface="Times New Roman"/>
                </a:rPr>
                <a:t>Note</a:t>
              </a:r>
              <a:endParaRPr/>
            </a:p>
          </p:txBody>
        </p:sp>
      </p:gr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sp>
        <p:nvSpPr>
          <p:cNvPr id="387" name="Google Shape;387;p20"/>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a:solidFill>
                  <a:schemeClr val="dk1"/>
                </a:solidFill>
                <a:latin typeface="Arial"/>
                <a:ea typeface="Arial"/>
                <a:cs typeface="Arial"/>
                <a:sym typeface="Arial"/>
              </a:rPr>
              <a:t>3.</a:t>
            </a:r>
            <a:fld id="{00000000-1234-1234-1234-123412341234}" type="slidenum">
              <a:rPr b="1" i="0" lang="en-US" sz="2000" u="none">
                <a:solidFill>
                  <a:schemeClr val="dk1"/>
                </a:solidFill>
                <a:latin typeface="Arial"/>
                <a:ea typeface="Arial"/>
                <a:cs typeface="Arial"/>
                <a:sym typeface="Arial"/>
              </a:rPr>
              <a:t>‹#›</a:t>
            </a:fld>
            <a:endParaRPr/>
          </a:p>
        </p:txBody>
      </p:sp>
      <p:sp>
        <p:nvSpPr>
          <p:cNvPr id="388" name="Google Shape;388;p20"/>
          <p:cNvSpPr txBox="1"/>
          <p:nvPr/>
        </p:nvSpPr>
        <p:spPr>
          <a:xfrm>
            <a:off x="366712" y="350837"/>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1" sz="2800" u="none">
              <a:solidFill>
                <a:schemeClr val="dk1"/>
              </a:solidFill>
              <a:latin typeface="Times New Roman"/>
              <a:ea typeface="Times New Roman"/>
              <a:cs typeface="Times New Roman"/>
              <a:sym typeface="Times New Roman"/>
            </a:endParaRPr>
          </a:p>
        </p:txBody>
      </p:sp>
      <p:sp>
        <p:nvSpPr>
          <p:cNvPr id="389" name="Google Shape;389;p20"/>
          <p:cNvSpPr txBox="1"/>
          <p:nvPr/>
        </p:nvSpPr>
        <p:spPr>
          <a:xfrm>
            <a:off x="749300" y="350837"/>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1" sz="2800" u="none">
              <a:solidFill>
                <a:schemeClr val="dk1"/>
              </a:solidFill>
              <a:latin typeface="Times New Roman"/>
              <a:ea typeface="Times New Roman"/>
              <a:cs typeface="Times New Roman"/>
              <a:sym typeface="Times New Roman"/>
            </a:endParaRPr>
          </a:p>
        </p:txBody>
      </p:sp>
      <p:grpSp>
        <p:nvGrpSpPr>
          <p:cNvPr id="390" name="Google Shape;390;p20"/>
          <p:cNvGrpSpPr/>
          <p:nvPr/>
        </p:nvGrpSpPr>
        <p:grpSpPr>
          <a:xfrm>
            <a:off x="490537" y="773112"/>
            <a:ext cx="738187" cy="474662"/>
            <a:chOff x="309" y="487"/>
            <a:chExt cx="465" cy="299"/>
          </a:xfrm>
        </p:grpSpPr>
        <p:sp>
          <p:nvSpPr>
            <p:cNvPr id="391" name="Google Shape;391;p20"/>
            <p:cNvSpPr txBox="1"/>
            <p:nvPr/>
          </p:nvSpPr>
          <p:spPr>
            <a:xfrm>
              <a:off x="309" y="487"/>
              <a:ext cx="266" cy="299"/>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1" sz="2800" u="none">
                <a:solidFill>
                  <a:schemeClr val="dk1"/>
                </a:solidFill>
                <a:latin typeface="Times New Roman"/>
                <a:ea typeface="Times New Roman"/>
                <a:cs typeface="Times New Roman"/>
                <a:sym typeface="Times New Roman"/>
              </a:endParaRPr>
            </a:p>
          </p:txBody>
        </p:sp>
        <p:sp>
          <p:nvSpPr>
            <p:cNvPr id="392" name="Google Shape;392;p20"/>
            <p:cNvSpPr txBox="1"/>
            <p:nvPr/>
          </p:nvSpPr>
          <p:spPr>
            <a:xfrm>
              <a:off x="542" y="487"/>
              <a:ext cx="232" cy="299"/>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1" sz="2800" u="none">
                <a:solidFill>
                  <a:schemeClr val="dk1"/>
                </a:solidFill>
                <a:latin typeface="Times New Roman"/>
                <a:ea typeface="Times New Roman"/>
                <a:cs typeface="Times New Roman"/>
                <a:sym typeface="Times New Roman"/>
              </a:endParaRPr>
            </a:p>
          </p:txBody>
        </p:sp>
      </p:grpSp>
      <p:sp>
        <p:nvSpPr>
          <p:cNvPr id="393" name="Google Shape;393;p20"/>
          <p:cNvSpPr txBox="1"/>
          <p:nvPr/>
        </p:nvSpPr>
        <p:spPr>
          <a:xfrm>
            <a:off x="76200" y="700087"/>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1" sz="2800" u="none">
              <a:solidFill>
                <a:schemeClr val="dk1"/>
              </a:solidFill>
              <a:latin typeface="Times New Roman"/>
              <a:ea typeface="Times New Roman"/>
              <a:cs typeface="Times New Roman"/>
              <a:sym typeface="Times New Roman"/>
            </a:endParaRPr>
          </a:p>
        </p:txBody>
      </p:sp>
      <p:sp>
        <p:nvSpPr>
          <p:cNvPr id="394" name="Google Shape;394;p20"/>
          <p:cNvSpPr txBox="1"/>
          <p:nvPr/>
        </p:nvSpPr>
        <p:spPr>
          <a:xfrm>
            <a:off x="711200" y="242887"/>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1" sz="2800" u="none">
              <a:solidFill>
                <a:schemeClr val="dk1"/>
              </a:solidFill>
              <a:latin typeface="Times New Roman"/>
              <a:ea typeface="Times New Roman"/>
              <a:cs typeface="Times New Roman"/>
              <a:sym typeface="Times New Roman"/>
            </a:endParaRPr>
          </a:p>
        </p:txBody>
      </p:sp>
      <p:sp>
        <p:nvSpPr>
          <p:cNvPr id="395" name="Google Shape;395;p20"/>
          <p:cNvSpPr txBox="1"/>
          <p:nvPr/>
        </p:nvSpPr>
        <p:spPr>
          <a:xfrm>
            <a:off x="442912" y="773112"/>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1" sz="2800" u="none">
              <a:solidFill>
                <a:schemeClr val="dk1"/>
              </a:solidFill>
              <a:latin typeface="Times New Roman"/>
              <a:ea typeface="Times New Roman"/>
              <a:cs typeface="Times New Roman"/>
              <a:sym typeface="Times New Roman"/>
            </a:endParaRPr>
          </a:p>
        </p:txBody>
      </p:sp>
      <p:sp>
        <p:nvSpPr>
          <p:cNvPr id="396" name="Google Shape;396;p20"/>
          <p:cNvSpPr txBox="1"/>
          <p:nvPr/>
        </p:nvSpPr>
        <p:spPr>
          <a:xfrm>
            <a:off x="152400" y="1447800"/>
            <a:ext cx="8839200" cy="3810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1" sz="2800" u="none">
              <a:solidFill>
                <a:schemeClr val="dk1"/>
              </a:solidFill>
              <a:latin typeface="Times New Roman"/>
              <a:ea typeface="Times New Roman"/>
              <a:cs typeface="Times New Roman"/>
              <a:sym typeface="Times New Roman"/>
            </a:endParaRPr>
          </a:p>
        </p:txBody>
      </p:sp>
      <p:sp>
        <p:nvSpPr>
          <p:cNvPr id="397" name="Google Shape;397;p20"/>
          <p:cNvSpPr txBox="1"/>
          <p:nvPr/>
        </p:nvSpPr>
        <p:spPr>
          <a:xfrm>
            <a:off x="228600" y="1447800"/>
            <a:ext cx="8534400" cy="1800225"/>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Times New Roman"/>
              <a:buNone/>
            </a:pPr>
            <a:r>
              <a:rPr b="1" i="1" lang="en-US" sz="2800" u="none">
                <a:solidFill>
                  <a:schemeClr val="dk1"/>
                </a:solidFill>
                <a:latin typeface="Times New Roman"/>
                <a:ea typeface="Times New Roman"/>
                <a:cs typeface="Times New Roman"/>
                <a:sym typeface="Times New Roman"/>
              </a:rPr>
              <a:t>The bandwidth of a subscriber line is 4 kHz for voice or data. The bandwidth of this line for data transmission</a:t>
            </a:r>
            <a:endParaRPr/>
          </a:p>
          <a:p>
            <a:pPr indent="0" lvl="0" marL="0" marR="0" rtl="0" algn="just">
              <a:lnSpc>
                <a:spcPct val="100000"/>
              </a:lnSpc>
              <a:spcBef>
                <a:spcPts val="0"/>
              </a:spcBef>
              <a:spcAft>
                <a:spcPts val="0"/>
              </a:spcAft>
              <a:buClr>
                <a:schemeClr val="dk1"/>
              </a:buClr>
              <a:buSzPts val="2800"/>
              <a:buFont typeface="Times New Roman"/>
              <a:buNone/>
            </a:pPr>
            <a:r>
              <a:rPr b="1" i="1" lang="en-US" sz="2800" u="none">
                <a:solidFill>
                  <a:schemeClr val="dk1"/>
                </a:solidFill>
                <a:latin typeface="Times New Roman"/>
                <a:ea typeface="Times New Roman"/>
                <a:cs typeface="Times New Roman"/>
                <a:sym typeface="Times New Roman"/>
              </a:rPr>
              <a:t>can be up to 56,000 bps using a sophisticated modem to change the digital signal to analog.</a:t>
            </a:r>
            <a:endParaRPr/>
          </a:p>
        </p:txBody>
      </p:sp>
      <p:sp>
        <p:nvSpPr>
          <p:cNvPr id="398" name="Google Shape;398;p20"/>
          <p:cNvSpPr txBox="1"/>
          <p:nvPr/>
        </p:nvSpPr>
        <p:spPr>
          <a:xfrm>
            <a:off x="1143000" y="182562"/>
            <a:ext cx="2487612"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3200"/>
              <a:buFont typeface="Times New Roman"/>
              <a:buNone/>
            </a:pPr>
            <a:r>
              <a:rPr b="1" i="1" lang="en-US" sz="3200" u="none">
                <a:solidFill>
                  <a:schemeClr val="hlink"/>
                </a:solidFill>
                <a:latin typeface="Times New Roman"/>
                <a:ea typeface="Times New Roman"/>
                <a:cs typeface="Times New Roman"/>
                <a:sym typeface="Times New Roman"/>
              </a:rPr>
              <a:t>Example 3.42</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sp>
        <p:nvSpPr>
          <p:cNvPr id="404" name="Google Shape;404;p21"/>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a:solidFill>
                  <a:schemeClr val="dk1"/>
                </a:solidFill>
                <a:latin typeface="Arial"/>
                <a:ea typeface="Arial"/>
                <a:cs typeface="Arial"/>
                <a:sym typeface="Arial"/>
              </a:rPr>
              <a:t>3.</a:t>
            </a:r>
            <a:fld id="{00000000-1234-1234-1234-123412341234}" type="slidenum">
              <a:rPr b="1" i="0" lang="en-US" sz="2000" u="none">
                <a:solidFill>
                  <a:schemeClr val="dk1"/>
                </a:solidFill>
                <a:latin typeface="Arial"/>
                <a:ea typeface="Arial"/>
                <a:cs typeface="Arial"/>
                <a:sym typeface="Arial"/>
              </a:rPr>
              <a:t>‹#›</a:t>
            </a:fld>
            <a:endParaRPr/>
          </a:p>
        </p:txBody>
      </p:sp>
      <p:sp>
        <p:nvSpPr>
          <p:cNvPr id="405" name="Google Shape;405;p21"/>
          <p:cNvSpPr txBox="1"/>
          <p:nvPr/>
        </p:nvSpPr>
        <p:spPr>
          <a:xfrm>
            <a:off x="366712" y="350837"/>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1" sz="2800" u="none">
              <a:solidFill>
                <a:schemeClr val="dk1"/>
              </a:solidFill>
              <a:latin typeface="Times New Roman"/>
              <a:ea typeface="Times New Roman"/>
              <a:cs typeface="Times New Roman"/>
              <a:sym typeface="Times New Roman"/>
            </a:endParaRPr>
          </a:p>
        </p:txBody>
      </p:sp>
      <p:sp>
        <p:nvSpPr>
          <p:cNvPr id="406" name="Google Shape;406;p21"/>
          <p:cNvSpPr txBox="1"/>
          <p:nvPr/>
        </p:nvSpPr>
        <p:spPr>
          <a:xfrm>
            <a:off x="749300" y="350837"/>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1" sz="2800" u="none">
              <a:solidFill>
                <a:schemeClr val="dk1"/>
              </a:solidFill>
              <a:latin typeface="Times New Roman"/>
              <a:ea typeface="Times New Roman"/>
              <a:cs typeface="Times New Roman"/>
              <a:sym typeface="Times New Roman"/>
            </a:endParaRPr>
          </a:p>
        </p:txBody>
      </p:sp>
      <p:grpSp>
        <p:nvGrpSpPr>
          <p:cNvPr id="407" name="Google Shape;407;p21"/>
          <p:cNvGrpSpPr/>
          <p:nvPr/>
        </p:nvGrpSpPr>
        <p:grpSpPr>
          <a:xfrm>
            <a:off x="490537" y="773112"/>
            <a:ext cx="738187" cy="474662"/>
            <a:chOff x="309" y="487"/>
            <a:chExt cx="465" cy="299"/>
          </a:xfrm>
        </p:grpSpPr>
        <p:sp>
          <p:nvSpPr>
            <p:cNvPr id="408" name="Google Shape;408;p21"/>
            <p:cNvSpPr txBox="1"/>
            <p:nvPr/>
          </p:nvSpPr>
          <p:spPr>
            <a:xfrm>
              <a:off x="309" y="487"/>
              <a:ext cx="266" cy="299"/>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1" sz="2800" u="none">
                <a:solidFill>
                  <a:schemeClr val="dk1"/>
                </a:solidFill>
                <a:latin typeface="Times New Roman"/>
                <a:ea typeface="Times New Roman"/>
                <a:cs typeface="Times New Roman"/>
                <a:sym typeface="Times New Roman"/>
              </a:endParaRPr>
            </a:p>
          </p:txBody>
        </p:sp>
        <p:sp>
          <p:nvSpPr>
            <p:cNvPr id="409" name="Google Shape;409;p21"/>
            <p:cNvSpPr txBox="1"/>
            <p:nvPr/>
          </p:nvSpPr>
          <p:spPr>
            <a:xfrm>
              <a:off x="542" y="487"/>
              <a:ext cx="232" cy="299"/>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1" sz="2800" u="none">
                <a:solidFill>
                  <a:schemeClr val="dk1"/>
                </a:solidFill>
                <a:latin typeface="Times New Roman"/>
                <a:ea typeface="Times New Roman"/>
                <a:cs typeface="Times New Roman"/>
                <a:sym typeface="Times New Roman"/>
              </a:endParaRPr>
            </a:p>
          </p:txBody>
        </p:sp>
      </p:grpSp>
      <p:sp>
        <p:nvSpPr>
          <p:cNvPr id="410" name="Google Shape;410;p21"/>
          <p:cNvSpPr txBox="1"/>
          <p:nvPr/>
        </p:nvSpPr>
        <p:spPr>
          <a:xfrm>
            <a:off x="76200" y="700087"/>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1" sz="2800" u="none">
              <a:solidFill>
                <a:schemeClr val="dk1"/>
              </a:solidFill>
              <a:latin typeface="Times New Roman"/>
              <a:ea typeface="Times New Roman"/>
              <a:cs typeface="Times New Roman"/>
              <a:sym typeface="Times New Roman"/>
            </a:endParaRPr>
          </a:p>
        </p:txBody>
      </p:sp>
      <p:sp>
        <p:nvSpPr>
          <p:cNvPr id="411" name="Google Shape;411;p21"/>
          <p:cNvSpPr txBox="1"/>
          <p:nvPr/>
        </p:nvSpPr>
        <p:spPr>
          <a:xfrm>
            <a:off x="711200" y="242887"/>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1" sz="2800" u="none">
              <a:solidFill>
                <a:schemeClr val="dk1"/>
              </a:solidFill>
              <a:latin typeface="Times New Roman"/>
              <a:ea typeface="Times New Roman"/>
              <a:cs typeface="Times New Roman"/>
              <a:sym typeface="Times New Roman"/>
            </a:endParaRPr>
          </a:p>
        </p:txBody>
      </p:sp>
      <p:sp>
        <p:nvSpPr>
          <p:cNvPr id="412" name="Google Shape;412;p21"/>
          <p:cNvSpPr txBox="1"/>
          <p:nvPr/>
        </p:nvSpPr>
        <p:spPr>
          <a:xfrm>
            <a:off x="442912" y="773112"/>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1" sz="2800" u="none">
              <a:solidFill>
                <a:schemeClr val="dk1"/>
              </a:solidFill>
              <a:latin typeface="Times New Roman"/>
              <a:ea typeface="Times New Roman"/>
              <a:cs typeface="Times New Roman"/>
              <a:sym typeface="Times New Roman"/>
            </a:endParaRPr>
          </a:p>
        </p:txBody>
      </p:sp>
      <p:sp>
        <p:nvSpPr>
          <p:cNvPr id="413" name="Google Shape;413;p21"/>
          <p:cNvSpPr txBox="1"/>
          <p:nvPr/>
        </p:nvSpPr>
        <p:spPr>
          <a:xfrm>
            <a:off x="152400" y="1447800"/>
            <a:ext cx="8839200" cy="3810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1" sz="2800" u="none">
              <a:solidFill>
                <a:schemeClr val="dk1"/>
              </a:solidFill>
              <a:latin typeface="Times New Roman"/>
              <a:ea typeface="Times New Roman"/>
              <a:cs typeface="Times New Roman"/>
              <a:sym typeface="Times New Roman"/>
            </a:endParaRPr>
          </a:p>
        </p:txBody>
      </p:sp>
      <p:sp>
        <p:nvSpPr>
          <p:cNvPr id="414" name="Google Shape;414;p21"/>
          <p:cNvSpPr txBox="1"/>
          <p:nvPr/>
        </p:nvSpPr>
        <p:spPr>
          <a:xfrm>
            <a:off x="228600" y="1295400"/>
            <a:ext cx="8534400" cy="2246312"/>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000"/>
              <a:buFont typeface="Times New Roman"/>
              <a:buNone/>
            </a:pPr>
            <a:r>
              <a:rPr b="1" i="1" lang="en-US" sz="2000" u="none">
                <a:solidFill>
                  <a:schemeClr val="dk1"/>
                </a:solidFill>
                <a:latin typeface="Times New Roman"/>
                <a:ea typeface="Times New Roman"/>
                <a:cs typeface="Times New Roman"/>
                <a:sym typeface="Times New Roman"/>
              </a:rPr>
              <a:t>Throughput and bandwidth are different</a:t>
            </a:r>
            <a:endParaRPr/>
          </a:p>
          <a:p>
            <a:pPr indent="0" lvl="0" marL="0" marR="0" rtl="0" algn="just">
              <a:lnSpc>
                <a:spcPct val="100000"/>
              </a:lnSpc>
              <a:spcBef>
                <a:spcPts val="0"/>
              </a:spcBef>
              <a:spcAft>
                <a:spcPts val="0"/>
              </a:spcAft>
              <a:buClr>
                <a:schemeClr val="dk1"/>
              </a:buClr>
              <a:buSzPts val="2000"/>
              <a:buFont typeface="Times New Roman"/>
              <a:buNone/>
            </a:pPr>
            <a:r>
              <a:rPr b="1" i="1" lang="en-US" sz="2000" u="none">
                <a:solidFill>
                  <a:schemeClr val="dk1"/>
                </a:solidFill>
                <a:latin typeface="Times New Roman"/>
                <a:ea typeface="Times New Roman"/>
                <a:cs typeface="Times New Roman"/>
                <a:sym typeface="Times New Roman"/>
              </a:rPr>
              <a:t>A network with bandwidth of 10 Mbps can pass only an average of 12,000 frames per minute with each frame carrying an average of 10,000 bits. What is the throughput of this network?</a:t>
            </a:r>
            <a:endParaRPr/>
          </a:p>
          <a:p>
            <a:pPr indent="0" lvl="0" marL="0" marR="0" rtl="0" algn="just">
              <a:lnSpc>
                <a:spcPct val="100000"/>
              </a:lnSpc>
              <a:spcBef>
                <a:spcPts val="0"/>
              </a:spcBef>
              <a:spcAft>
                <a:spcPts val="0"/>
              </a:spcAft>
              <a:buClr>
                <a:schemeClr val="dk1"/>
              </a:buClr>
              <a:buSzPts val="2000"/>
              <a:buFont typeface="Times New Roman"/>
              <a:buNone/>
            </a:pPr>
            <a:r>
              <a:t/>
            </a:r>
            <a:endParaRPr b="1" i="1" sz="2000" u="none">
              <a:solidFill>
                <a:schemeClr val="dk1"/>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chemeClr val="hlink"/>
              </a:buClr>
              <a:buSzPts val="2000"/>
              <a:buFont typeface="Times New Roman"/>
              <a:buNone/>
            </a:pPr>
            <a:r>
              <a:rPr b="1" i="1" lang="en-US" sz="2000" u="none">
                <a:solidFill>
                  <a:schemeClr val="hlink"/>
                </a:solidFill>
                <a:latin typeface="Times New Roman"/>
                <a:ea typeface="Times New Roman"/>
                <a:cs typeface="Times New Roman"/>
                <a:sym typeface="Times New Roman"/>
              </a:rPr>
              <a:t>Solution</a:t>
            </a:r>
            <a:endParaRPr/>
          </a:p>
          <a:p>
            <a:pPr indent="0" lvl="0" marL="0" marR="0" rtl="0" algn="just">
              <a:lnSpc>
                <a:spcPct val="100000"/>
              </a:lnSpc>
              <a:spcBef>
                <a:spcPts val="0"/>
              </a:spcBef>
              <a:spcAft>
                <a:spcPts val="0"/>
              </a:spcAft>
              <a:buClr>
                <a:schemeClr val="dk1"/>
              </a:buClr>
              <a:buSzPts val="2000"/>
              <a:buFont typeface="Times New Roman"/>
              <a:buNone/>
            </a:pPr>
            <a:r>
              <a:rPr b="1" i="1" lang="en-US" sz="2000" u="none">
                <a:solidFill>
                  <a:schemeClr val="dk1"/>
                </a:solidFill>
                <a:latin typeface="Times New Roman"/>
                <a:ea typeface="Times New Roman"/>
                <a:cs typeface="Times New Roman"/>
                <a:sym typeface="Times New Roman"/>
              </a:rPr>
              <a:t>We can calculate the throughput as</a:t>
            </a:r>
            <a:endParaRPr/>
          </a:p>
        </p:txBody>
      </p:sp>
      <p:sp>
        <p:nvSpPr>
          <p:cNvPr id="415" name="Google Shape;415;p21"/>
          <p:cNvSpPr txBox="1"/>
          <p:nvPr/>
        </p:nvSpPr>
        <p:spPr>
          <a:xfrm>
            <a:off x="1143000" y="182562"/>
            <a:ext cx="2487612"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3200"/>
              <a:buFont typeface="Times New Roman"/>
              <a:buNone/>
            </a:pPr>
            <a:r>
              <a:rPr b="1" i="1" lang="en-US" sz="3200" u="none">
                <a:solidFill>
                  <a:schemeClr val="hlink"/>
                </a:solidFill>
                <a:latin typeface="Times New Roman"/>
                <a:ea typeface="Times New Roman"/>
                <a:cs typeface="Times New Roman"/>
                <a:sym typeface="Times New Roman"/>
              </a:rPr>
              <a:t>Example 3.44</a:t>
            </a:r>
            <a:endParaRPr/>
          </a:p>
        </p:txBody>
      </p:sp>
      <p:pic>
        <p:nvPicPr>
          <p:cNvPr id="416" name="Google Shape;416;p21"/>
          <p:cNvPicPr preferRelativeResize="0"/>
          <p:nvPr/>
        </p:nvPicPr>
        <p:blipFill rotWithShape="1">
          <a:blip r:embed="rId3">
            <a:alphaModFix/>
          </a:blip>
          <a:srcRect b="0" l="0" r="0" t="0"/>
          <a:stretch/>
        </p:blipFill>
        <p:spPr>
          <a:xfrm>
            <a:off x="2057400" y="4495800"/>
            <a:ext cx="4778375" cy="620712"/>
          </a:xfrm>
          <a:prstGeom prst="rect">
            <a:avLst/>
          </a:prstGeom>
          <a:noFill/>
          <a:ln cap="flat" cmpd="thickThin" w="57150">
            <a:solidFill>
              <a:schemeClr val="folHlink"/>
            </a:solidFill>
            <a:prstDash val="solid"/>
            <a:miter lim="800000"/>
            <a:headEnd len="sm" w="sm" type="none"/>
            <a:tailEnd len="sm" w="sm" type="none"/>
          </a:ln>
        </p:spPr>
      </p:pic>
      <p:sp>
        <p:nvSpPr>
          <p:cNvPr id="417" name="Google Shape;417;p21"/>
          <p:cNvSpPr txBox="1"/>
          <p:nvPr/>
        </p:nvSpPr>
        <p:spPr>
          <a:xfrm>
            <a:off x="228600" y="5334000"/>
            <a:ext cx="8534400" cy="94615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Times New Roman"/>
              <a:buNone/>
            </a:pPr>
            <a:r>
              <a:rPr b="1" i="1" lang="en-US" sz="2800" u="none">
                <a:solidFill>
                  <a:schemeClr val="dk1"/>
                </a:solidFill>
                <a:latin typeface="Times New Roman"/>
                <a:ea typeface="Times New Roman"/>
                <a:cs typeface="Times New Roman"/>
                <a:sym typeface="Times New Roman"/>
              </a:rPr>
              <a:t>The throughput is almost one-fifth of the bandwidth in this case.</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22"/>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a:solidFill>
                  <a:srgbClr val="000000"/>
                </a:solidFill>
                <a:latin typeface="Arial"/>
                <a:ea typeface="Arial"/>
                <a:cs typeface="Arial"/>
                <a:sym typeface="Arial"/>
              </a:rPr>
              <a:t>3.</a:t>
            </a:r>
            <a:fld id="{00000000-1234-1234-1234-123412341234}" type="slidenum">
              <a:rPr b="1" i="0" lang="en-US" sz="2000" u="none">
                <a:solidFill>
                  <a:srgbClr val="000000"/>
                </a:solidFill>
                <a:latin typeface="Arial"/>
                <a:ea typeface="Arial"/>
                <a:cs typeface="Arial"/>
                <a:sym typeface="Arial"/>
              </a:rPr>
              <a:t>‹#›</a:t>
            </a:fld>
            <a:endParaRPr/>
          </a:p>
        </p:txBody>
      </p:sp>
      <p:sp>
        <p:nvSpPr>
          <p:cNvPr id="424" name="Google Shape;424;p22"/>
          <p:cNvSpPr txBox="1"/>
          <p:nvPr/>
        </p:nvSpPr>
        <p:spPr>
          <a:xfrm>
            <a:off x="366712" y="350837"/>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1" sz="2800" u="none">
              <a:solidFill>
                <a:schemeClr val="dk1"/>
              </a:solidFill>
              <a:latin typeface="Times New Roman"/>
              <a:ea typeface="Times New Roman"/>
              <a:cs typeface="Times New Roman"/>
              <a:sym typeface="Times New Roman"/>
            </a:endParaRPr>
          </a:p>
        </p:txBody>
      </p:sp>
      <p:sp>
        <p:nvSpPr>
          <p:cNvPr id="425" name="Google Shape;425;p22"/>
          <p:cNvSpPr txBox="1"/>
          <p:nvPr/>
        </p:nvSpPr>
        <p:spPr>
          <a:xfrm>
            <a:off x="749300" y="350837"/>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1" sz="2800" u="none">
              <a:solidFill>
                <a:schemeClr val="dk1"/>
              </a:solidFill>
              <a:latin typeface="Times New Roman"/>
              <a:ea typeface="Times New Roman"/>
              <a:cs typeface="Times New Roman"/>
              <a:sym typeface="Times New Roman"/>
            </a:endParaRPr>
          </a:p>
        </p:txBody>
      </p:sp>
      <p:grpSp>
        <p:nvGrpSpPr>
          <p:cNvPr id="426" name="Google Shape;426;p22"/>
          <p:cNvGrpSpPr/>
          <p:nvPr/>
        </p:nvGrpSpPr>
        <p:grpSpPr>
          <a:xfrm>
            <a:off x="490537" y="773112"/>
            <a:ext cx="738187" cy="474662"/>
            <a:chOff x="309" y="487"/>
            <a:chExt cx="465" cy="299"/>
          </a:xfrm>
        </p:grpSpPr>
        <p:sp>
          <p:nvSpPr>
            <p:cNvPr id="427" name="Google Shape;427;p22"/>
            <p:cNvSpPr txBox="1"/>
            <p:nvPr/>
          </p:nvSpPr>
          <p:spPr>
            <a:xfrm>
              <a:off x="309" y="487"/>
              <a:ext cx="266" cy="299"/>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1" sz="2800" u="none">
                <a:solidFill>
                  <a:schemeClr val="dk1"/>
                </a:solidFill>
                <a:latin typeface="Times New Roman"/>
                <a:ea typeface="Times New Roman"/>
                <a:cs typeface="Times New Roman"/>
                <a:sym typeface="Times New Roman"/>
              </a:endParaRPr>
            </a:p>
          </p:txBody>
        </p:sp>
        <p:sp>
          <p:nvSpPr>
            <p:cNvPr id="428" name="Google Shape;428;p22"/>
            <p:cNvSpPr txBox="1"/>
            <p:nvPr/>
          </p:nvSpPr>
          <p:spPr>
            <a:xfrm>
              <a:off x="542" y="487"/>
              <a:ext cx="232" cy="299"/>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1" sz="2800" u="none">
                <a:solidFill>
                  <a:schemeClr val="dk1"/>
                </a:solidFill>
                <a:latin typeface="Times New Roman"/>
                <a:ea typeface="Times New Roman"/>
                <a:cs typeface="Times New Roman"/>
                <a:sym typeface="Times New Roman"/>
              </a:endParaRPr>
            </a:p>
          </p:txBody>
        </p:sp>
      </p:grpSp>
      <p:sp>
        <p:nvSpPr>
          <p:cNvPr id="429" name="Google Shape;429;p22"/>
          <p:cNvSpPr txBox="1"/>
          <p:nvPr/>
        </p:nvSpPr>
        <p:spPr>
          <a:xfrm>
            <a:off x="76200" y="700087"/>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1" sz="2800" u="none">
              <a:solidFill>
                <a:schemeClr val="dk1"/>
              </a:solidFill>
              <a:latin typeface="Times New Roman"/>
              <a:ea typeface="Times New Roman"/>
              <a:cs typeface="Times New Roman"/>
              <a:sym typeface="Times New Roman"/>
            </a:endParaRPr>
          </a:p>
        </p:txBody>
      </p:sp>
      <p:sp>
        <p:nvSpPr>
          <p:cNvPr id="430" name="Google Shape;430;p22"/>
          <p:cNvSpPr txBox="1"/>
          <p:nvPr/>
        </p:nvSpPr>
        <p:spPr>
          <a:xfrm>
            <a:off x="711200" y="242887"/>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1" sz="2800" u="none">
              <a:solidFill>
                <a:schemeClr val="dk1"/>
              </a:solidFill>
              <a:latin typeface="Times New Roman"/>
              <a:ea typeface="Times New Roman"/>
              <a:cs typeface="Times New Roman"/>
              <a:sym typeface="Times New Roman"/>
            </a:endParaRPr>
          </a:p>
        </p:txBody>
      </p:sp>
      <p:sp>
        <p:nvSpPr>
          <p:cNvPr id="431" name="Google Shape;431;p22"/>
          <p:cNvSpPr txBox="1"/>
          <p:nvPr/>
        </p:nvSpPr>
        <p:spPr>
          <a:xfrm>
            <a:off x="442912" y="773112"/>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1" sz="2800" u="none">
              <a:solidFill>
                <a:schemeClr val="dk1"/>
              </a:solidFill>
              <a:latin typeface="Times New Roman"/>
              <a:ea typeface="Times New Roman"/>
              <a:cs typeface="Times New Roman"/>
              <a:sym typeface="Times New Roman"/>
            </a:endParaRPr>
          </a:p>
        </p:txBody>
      </p:sp>
      <p:sp>
        <p:nvSpPr>
          <p:cNvPr id="432" name="Google Shape;432;p22"/>
          <p:cNvSpPr txBox="1"/>
          <p:nvPr/>
        </p:nvSpPr>
        <p:spPr>
          <a:xfrm>
            <a:off x="152400" y="1447800"/>
            <a:ext cx="8839200" cy="3810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1" sz="2800" u="none">
              <a:solidFill>
                <a:schemeClr val="dk1"/>
              </a:solidFill>
              <a:latin typeface="Times New Roman"/>
              <a:ea typeface="Times New Roman"/>
              <a:cs typeface="Times New Roman"/>
              <a:sym typeface="Times New Roman"/>
            </a:endParaRPr>
          </a:p>
        </p:txBody>
      </p:sp>
      <p:sp>
        <p:nvSpPr>
          <p:cNvPr id="433" name="Google Shape;433;p22"/>
          <p:cNvSpPr txBox="1"/>
          <p:nvPr/>
        </p:nvSpPr>
        <p:spPr>
          <a:xfrm>
            <a:off x="1143000" y="182562"/>
            <a:ext cx="1530350" cy="584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3200"/>
              <a:buFont typeface="Times New Roman"/>
              <a:buNone/>
            </a:pPr>
            <a:r>
              <a:rPr b="1" i="1" lang="en-US" sz="3200" u="none">
                <a:solidFill>
                  <a:srgbClr val="FF0000"/>
                </a:solidFill>
                <a:latin typeface="Times New Roman"/>
                <a:ea typeface="Times New Roman"/>
                <a:cs typeface="Times New Roman"/>
                <a:sym typeface="Times New Roman"/>
              </a:rPr>
              <a:t>Latency</a:t>
            </a:r>
            <a:endParaRPr/>
          </a:p>
        </p:txBody>
      </p:sp>
      <p:pic>
        <p:nvPicPr>
          <p:cNvPr id="434" name="Google Shape;434;p22"/>
          <p:cNvPicPr preferRelativeResize="0"/>
          <p:nvPr/>
        </p:nvPicPr>
        <p:blipFill rotWithShape="1">
          <a:blip r:embed="rId3">
            <a:alphaModFix/>
          </a:blip>
          <a:srcRect b="0" l="0" r="0" t="0"/>
          <a:stretch/>
        </p:blipFill>
        <p:spPr>
          <a:xfrm>
            <a:off x="804862" y="1752600"/>
            <a:ext cx="7659687" cy="3846512"/>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9" name="Shape 439"/>
        <p:cNvGrpSpPr/>
        <p:nvPr/>
      </p:nvGrpSpPr>
      <p:grpSpPr>
        <a:xfrm>
          <a:off x="0" y="0"/>
          <a:ext cx="0" cy="0"/>
          <a:chOff x="0" y="0"/>
          <a:chExt cx="0" cy="0"/>
        </a:xfrm>
      </p:grpSpPr>
      <p:sp>
        <p:nvSpPr>
          <p:cNvPr id="440" name="Google Shape;440;p23"/>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a:solidFill>
                  <a:schemeClr val="dk1"/>
                </a:solidFill>
                <a:latin typeface="Arial"/>
                <a:ea typeface="Arial"/>
                <a:cs typeface="Arial"/>
                <a:sym typeface="Arial"/>
              </a:rPr>
              <a:t>3.</a:t>
            </a:r>
            <a:fld id="{00000000-1234-1234-1234-123412341234}" type="slidenum">
              <a:rPr b="1" i="0" lang="en-US" sz="2000" u="none">
                <a:solidFill>
                  <a:schemeClr val="dk1"/>
                </a:solidFill>
                <a:latin typeface="Arial"/>
                <a:ea typeface="Arial"/>
                <a:cs typeface="Arial"/>
                <a:sym typeface="Arial"/>
              </a:rPr>
              <a:t>‹#›</a:t>
            </a:fld>
            <a:endParaRPr/>
          </a:p>
        </p:txBody>
      </p:sp>
      <p:sp>
        <p:nvSpPr>
          <p:cNvPr id="441" name="Google Shape;441;p23"/>
          <p:cNvSpPr txBox="1"/>
          <p:nvPr/>
        </p:nvSpPr>
        <p:spPr>
          <a:xfrm>
            <a:off x="366712" y="350837"/>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1" sz="2800" u="none">
              <a:solidFill>
                <a:schemeClr val="dk1"/>
              </a:solidFill>
              <a:latin typeface="Times New Roman"/>
              <a:ea typeface="Times New Roman"/>
              <a:cs typeface="Times New Roman"/>
              <a:sym typeface="Times New Roman"/>
            </a:endParaRPr>
          </a:p>
        </p:txBody>
      </p:sp>
      <p:sp>
        <p:nvSpPr>
          <p:cNvPr id="442" name="Google Shape;442;p23"/>
          <p:cNvSpPr txBox="1"/>
          <p:nvPr/>
        </p:nvSpPr>
        <p:spPr>
          <a:xfrm>
            <a:off x="749300" y="350837"/>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1" sz="2800" u="none">
              <a:solidFill>
                <a:schemeClr val="dk1"/>
              </a:solidFill>
              <a:latin typeface="Times New Roman"/>
              <a:ea typeface="Times New Roman"/>
              <a:cs typeface="Times New Roman"/>
              <a:sym typeface="Times New Roman"/>
            </a:endParaRPr>
          </a:p>
        </p:txBody>
      </p:sp>
      <p:grpSp>
        <p:nvGrpSpPr>
          <p:cNvPr id="443" name="Google Shape;443;p23"/>
          <p:cNvGrpSpPr/>
          <p:nvPr/>
        </p:nvGrpSpPr>
        <p:grpSpPr>
          <a:xfrm>
            <a:off x="490537" y="773112"/>
            <a:ext cx="738187" cy="474662"/>
            <a:chOff x="309" y="487"/>
            <a:chExt cx="465" cy="299"/>
          </a:xfrm>
        </p:grpSpPr>
        <p:sp>
          <p:nvSpPr>
            <p:cNvPr id="444" name="Google Shape;444;p23"/>
            <p:cNvSpPr txBox="1"/>
            <p:nvPr/>
          </p:nvSpPr>
          <p:spPr>
            <a:xfrm>
              <a:off x="309" y="487"/>
              <a:ext cx="266" cy="299"/>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1" sz="2800" u="none">
                <a:solidFill>
                  <a:schemeClr val="dk1"/>
                </a:solidFill>
                <a:latin typeface="Times New Roman"/>
                <a:ea typeface="Times New Roman"/>
                <a:cs typeface="Times New Roman"/>
                <a:sym typeface="Times New Roman"/>
              </a:endParaRPr>
            </a:p>
          </p:txBody>
        </p:sp>
        <p:sp>
          <p:nvSpPr>
            <p:cNvPr id="445" name="Google Shape;445;p23"/>
            <p:cNvSpPr txBox="1"/>
            <p:nvPr/>
          </p:nvSpPr>
          <p:spPr>
            <a:xfrm>
              <a:off x="542" y="487"/>
              <a:ext cx="232" cy="299"/>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1" sz="2800" u="none">
                <a:solidFill>
                  <a:schemeClr val="dk1"/>
                </a:solidFill>
                <a:latin typeface="Times New Roman"/>
                <a:ea typeface="Times New Roman"/>
                <a:cs typeface="Times New Roman"/>
                <a:sym typeface="Times New Roman"/>
              </a:endParaRPr>
            </a:p>
          </p:txBody>
        </p:sp>
      </p:grpSp>
      <p:sp>
        <p:nvSpPr>
          <p:cNvPr id="446" name="Google Shape;446;p23"/>
          <p:cNvSpPr txBox="1"/>
          <p:nvPr/>
        </p:nvSpPr>
        <p:spPr>
          <a:xfrm>
            <a:off x="76200" y="700087"/>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1" sz="2800" u="none">
              <a:solidFill>
                <a:schemeClr val="dk1"/>
              </a:solidFill>
              <a:latin typeface="Times New Roman"/>
              <a:ea typeface="Times New Roman"/>
              <a:cs typeface="Times New Roman"/>
              <a:sym typeface="Times New Roman"/>
            </a:endParaRPr>
          </a:p>
        </p:txBody>
      </p:sp>
      <p:sp>
        <p:nvSpPr>
          <p:cNvPr id="447" name="Google Shape;447;p23"/>
          <p:cNvSpPr txBox="1"/>
          <p:nvPr/>
        </p:nvSpPr>
        <p:spPr>
          <a:xfrm>
            <a:off x="711200" y="242887"/>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1" sz="2800" u="none">
              <a:solidFill>
                <a:schemeClr val="dk1"/>
              </a:solidFill>
              <a:latin typeface="Times New Roman"/>
              <a:ea typeface="Times New Roman"/>
              <a:cs typeface="Times New Roman"/>
              <a:sym typeface="Times New Roman"/>
            </a:endParaRPr>
          </a:p>
        </p:txBody>
      </p:sp>
      <p:sp>
        <p:nvSpPr>
          <p:cNvPr id="448" name="Google Shape;448;p23"/>
          <p:cNvSpPr txBox="1"/>
          <p:nvPr/>
        </p:nvSpPr>
        <p:spPr>
          <a:xfrm>
            <a:off x="442912" y="773112"/>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1" sz="2800" u="none">
              <a:solidFill>
                <a:schemeClr val="dk1"/>
              </a:solidFill>
              <a:latin typeface="Times New Roman"/>
              <a:ea typeface="Times New Roman"/>
              <a:cs typeface="Times New Roman"/>
              <a:sym typeface="Times New Roman"/>
            </a:endParaRPr>
          </a:p>
        </p:txBody>
      </p:sp>
      <p:sp>
        <p:nvSpPr>
          <p:cNvPr id="449" name="Google Shape;449;p23"/>
          <p:cNvSpPr txBox="1"/>
          <p:nvPr/>
        </p:nvSpPr>
        <p:spPr>
          <a:xfrm>
            <a:off x="152400" y="1447800"/>
            <a:ext cx="8839200" cy="3810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1" sz="2800" u="none">
              <a:solidFill>
                <a:schemeClr val="dk1"/>
              </a:solidFill>
              <a:latin typeface="Times New Roman"/>
              <a:ea typeface="Times New Roman"/>
              <a:cs typeface="Times New Roman"/>
              <a:sym typeface="Times New Roman"/>
            </a:endParaRPr>
          </a:p>
        </p:txBody>
      </p:sp>
      <p:sp>
        <p:nvSpPr>
          <p:cNvPr id="450" name="Google Shape;450;p23"/>
          <p:cNvSpPr txBox="1"/>
          <p:nvPr/>
        </p:nvSpPr>
        <p:spPr>
          <a:xfrm>
            <a:off x="228600" y="1295400"/>
            <a:ext cx="8534400" cy="26543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Times New Roman"/>
              <a:buNone/>
            </a:pPr>
            <a:r>
              <a:rPr b="1" i="1" lang="en-US" sz="2800" u="none">
                <a:solidFill>
                  <a:schemeClr val="dk1"/>
                </a:solidFill>
                <a:latin typeface="Times New Roman"/>
                <a:ea typeface="Times New Roman"/>
                <a:cs typeface="Times New Roman"/>
                <a:sym typeface="Times New Roman"/>
              </a:rPr>
              <a:t>What is the propagation time if the distance between the two points is 12,000 km? Assume the propagation speed to be 2.4 × 108 m/s in cable.</a:t>
            </a:r>
            <a:endParaRPr/>
          </a:p>
          <a:p>
            <a:pPr indent="0" lvl="0" marL="0" marR="0" rtl="0" algn="just">
              <a:lnSpc>
                <a:spcPct val="100000"/>
              </a:lnSpc>
              <a:spcBef>
                <a:spcPts val="0"/>
              </a:spcBef>
              <a:spcAft>
                <a:spcPts val="0"/>
              </a:spcAft>
              <a:buClr>
                <a:schemeClr val="dk1"/>
              </a:buClr>
              <a:buSzPts val="2800"/>
              <a:buFont typeface="Times New Roman"/>
              <a:buNone/>
            </a:pPr>
            <a:r>
              <a:t/>
            </a:r>
            <a:endParaRPr b="1" i="1" sz="2800" u="none">
              <a:solidFill>
                <a:schemeClr val="dk1"/>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chemeClr val="hlink"/>
              </a:buClr>
              <a:buSzPts val="2800"/>
              <a:buFont typeface="Times New Roman"/>
              <a:buNone/>
            </a:pPr>
            <a:r>
              <a:rPr b="1" i="1" lang="en-US" sz="2800" u="none">
                <a:solidFill>
                  <a:schemeClr val="hlink"/>
                </a:solidFill>
                <a:latin typeface="Times New Roman"/>
                <a:ea typeface="Times New Roman"/>
                <a:cs typeface="Times New Roman"/>
                <a:sym typeface="Times New Roman"/>
              </a:rPr>
              <a:t>Solution</a:t>
            </a:r>
            <a:endParaRPr/>
          </a:p>
          <a:p>
            <a:pPr indent="0" lvl="0" marL="0" marR="0" rtl="0" algn="just">
              <a:lnSpc>
                <a:spcPct val="100000"/>
              </a:lnSpc>
              <a:spcBef>
                <a:spcPts val="0"/>
              </a:spcBef>
              <a:spcAft>
                <a:spcPts val="0"/>
              </a:spcAft>
              <a:buClr>
                <a:schemeClr val="dk1"/>
              </a:buClr>
              <a:buSzPts val="2800"/>
              <a:buFont typeface="Times New Roman"/>
              <a:buNone/>
            </a:pPr>
            <a:r>
              <a:rPr b="1" i="1" lang="en-US" sz="2800" u="none">
                <a:solidFill>
                  <a:schemeClr val="dk1"/>
                </a:solidFill>
                <a:latin typeface="Times New Roman"/>
                <a:ea typeface="Times New Roman"/>
                <a:cs typeface="Times New Roman"/>
                <a:sym typeface="Times New Roman"/>
              </a:rPr>
              <a:t>We can calculate the propagation time as</a:t>
            </a:r>
            <a:endParaRPr/>
          </a:p>
        </p:txBody>
      </p:sp>
      <p:sp>
        <p:nvSpPr>
          <p:cNvPr id="451" name="Google Shape;451;p23"/>
          <p:cNvSpPr txBox="1"/>
          <p:nvPr/>
        </p:nvSpPr>
        <p:spPr>
          <a:xfrm>
            <a:off x="1143000" y="182562"/>
            <a:ext cx="2487612"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3200"/>
              <a:buFont typeface="Times New Roman"/>
              <a:buNone/>
            </a:pPr>
            <a:r>
              <a:rPr b="1" i="1" lang="en-US" sz="3200" u="none">
                <a:solidFill>
                  <a:schemeClr val="hlink"/>
                </a:solidFill>
                <a:latin typeface="Times New Roman"/>
                <a:ea typeface="Times New Roman"/>
                <a:cs typeface="Times New Roman"/>
                <a:sym typeface="Times New Roman"/>
              </a:rPr>
              <a:t>Example 3.45</a:t>
            </a:r>
            <a:endParaRPr/>
          </a:p>
        </p:txBody>
      </p:sp>
      <p:pic>
        <p:nvPicPr>
          <p:cNvPr id="452" name="Google Shape;452;p23"/>
          <p:cNvPicPr preferRelativeResize="0"/>
          <p:nvPr/>
        </p:nvPicPr>
        <p:blipFill rotWithShape="1">
          <a:blip r:embed="rId3">
            <a:alphaModFix/>
          </a:blip>
          <a:srcRect b="0" l="0" r="0" t="0"/>
          <a:stretch/>
        </p:blipFill>
        <p:spPr>
          <a:xfrm>
            <a:off x="1752600" y="4037012"/>
            <a:ext cx="4994275" cy="819150"/>
          </a:xfrm>
          <a:prstGeom prst="rect">
            <a:avLst/>
          </a:prstGeom>
          <a:noFill/>
          <a:ln cap="flat" cmpd="thickThin" w="57150">
            <a:solidFill>
              <a:schemeClr val="folHlink"/>
            </a:solidFill>
            <a:prstDash val="solid"/>
            <a:miter lim="800000"/>
            <a:headEnd len="sm" w="sm" type="none"/>
            <a:tailEnd len="sm" w="sm" type="none"/>
          </a:ln>
        </p:spPr>
      </p:pic>
      <p:sp>
        <p:nvSpPr>
          <p:cNvPr id="453" name="Google Shape;453;p23"/>
          <p:cNvSpPr txBox="1"/>
          <p:nvPr/>
        </p:nvSpPr>
        <p:spPr>
          <a:xfrm>
            <a:off x="152400" y="5029200"/>
            <a:ext cx="8534400" cy="1373187"/>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Times New Roman"/>
              <a:buNone/>
            </a:pPr>
            <a:r>
              <a:rPr b="1" i="1" lang="en-US" sz="2800" u="none">
                <a:solidFill>
                  <a:schemeClr val="dk1"/>
                </a:solidFill>
                <a:latin typeface="Times New Roman"/>
                <a:ea typeface="Times New Roman"/>
                <a:cs typeface="Times New Roman"/>
                <a:sym typeface="Times New Roman"/>
              </a:rPr>
              <a:t>The example shows that a bit can go over the Atlantic Ocean in only 50 ms if there is a direct cable between the source and the destination.</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8" name="Shape 458"/>
        <p:cNvGrpSpPr/>
        <p:nvPr/>
      </p:nvGrpSpPr>
      <p:grpSpPr>
        <a:xfrm>
          <a:off x="0" y="0"/>
          <a:ext cx="0" cy="0"/>
          <a:chOff x="0" y="0"/>
          <a:chExt cx="0" cy="0"/>
        </a:xfrm>
      </p:grpSpPr>
      <p:sp>
        <p:nvSpPr>
          <p:cNvPr id="459" name="Google Shape;459;p24"/>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a:solidFill>
                  <a:schemeClr val="dk1"/>
                </a:solidFill>
                <a:latin typeface="Arial"/>
                <a:ea typeface="Arial"/>
                <a:cs typeface="Arial"/>
                <a:sym typeface="Arial"/>
              </a:rPr>
              <a:t>3.</a:t>
            </a:r>
            <a:fld id="{00000000-1234-1234-1234-123412341234}" type="slidenum">
              <a:rPr b="1" i="0" lang="en-US" sz="2000" u="none">
                <a:solidFill>
                  <a:schemeClr val="dk1"/>
                </a:solidFill>
                <a:latin typeface="Arial"/>
                <a:ea typeface="Arial"/>
                <a:cs typeface="Arial"/>
                <a:sym typeface="Arial"/>
              </a:rPr>
              <a:t>‹#›</a:t>
            </a:fld>
            <a:endParaRPr/>
          </a:p>
        </p:txBody>
      </p:sp>
      <p:sp>
        <p:nvSpPr>
          <p:cNvPr id="460" name="Google Shape;460;p24"/>
          <p:cNvSpPr txBox="1"/>
          <p:nvPr/>
        </p:nvSpPr>
        <p:spPr>
          <a:xfrm>
            <a:off x="366712" y="350837"/>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1" sz="2800" u="none">
              <a:solidFill>
                <a:schemeClr val="dk1"/>
              </a:solidFill>
              <a:latin typeface="Times New Roman"/>
              <a:ea typeface="Times New Roman"/>
              <a:cs typeface="Times New Roman"/>
              <a:sym typeface="Times New Roman"/>
            </a:endParaRPr>
          </a:p>
        </p:txBody>
      </p:sp>
      <p:sp>
        <p:nvSpPr>
          <p:cNvPr id="461" name="Google Shape;461;p24"/>
          <p:cNvSpPr txBox="1"/>
          <p:nvPr/>
        </p:nvSpPr>
        <p:spPr>
          <a:xfrm>
            <a:off x="749300" y="350837"/>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1" sz="2800" u="none">
              <a:solidFill>
                <a:schemeClr val="dk1"/>
              </a:solidFill>
              <a:latin typeface="Times New Roman"/>
              <a:ea typeface="Times New Roman"/>
              <a:cs typeface="Times New Roman"/>
              <a:sym typeface="Times New Roman"/>
            </a:endParaRPr>
          </a:p>
        </p:txBody>
      </p:sp>
      <p:grpSp>
        <p:nvGrpSpPr>
          <p:cNvPr id="462" name="Google Shape;462;p24"/>
          <p:cNvGrpSpPr/>
          <p:nvPr/>
        </p:nvGrpSpPr>
        <p:grpSpPr>
          <a:xfrm>
            <a:off x="490537" y="773112"/>
            <a:ext cx="738187" cy="474662"/>
            <a:chOff x="309" y="487"/>
            <a:chExt cx="465" cy="299"/>
          </a:xfrm>
        </p:grpSpPr>
        <p:sp>
          <p:nvSpPr>
            <p:cNvPr id="463" name="Google Shape;463;p24"/>
            <p:cNvSpPr txBox="1"/>
            <p:nvPr/>
          </p:nvSpPr>
          <p:spPr>
            <a:xfrm>
              <a:off x="309" y="487"/>
              <a:ext cx="266" cy="299"/>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1" sz="2800" u="none">
                <a:solidFill>
                  <a:schemeClr val="dk1"/>
                </a:solidFill>
                <a:latin typeface="Times New Roman"/>
                <a:ea typeface="Times New Roman"/>
                <a:cs typeface="Times New Roman"/>
                <a:sym typeface="Times New Roman"/>
              </a:endParaRPr>
            </a:p>
          </p:txBody>
        </p:sp>
        <p:sp>
          <p:nvSpPr>
            <p:cNvPr id="464" name="Google Shape;464;p24"/>
            <p:cNvSpPr txBox="1"/>
            <p:nvPr/>
          </p:nvSpPr>
          <p:spPr>
            <a:xfrm>
              <a:off x="542" y="487"/>
              <a:ext cx="232" cy="299"/>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1" sz="2800" u="none">
                <a:solidFill>
                  <a:schemeClr val="dk1"/>
                </a:solidFill>
                <a:latin typeface="Times New Roman"/>
                <a:ea typeface="Times New Roman"/>
                <a:cs typeface="Times New Roman"/>
                <a:sym typeface="Times New Roman"/>
              </a:endParaRPr>
            </a:p>
          </p:txBody>
        </p:sp>
      </p:grpSp>
      <p:sp>
        <p:nvSpPr>
          <p:cNvPr id="465" name="Google Shape;465;p24"/>
          <p:cNvSpPr txBox="1"/>
          <p:nvPr/>
        </p:nvSpPr>
        <p:spPr>
          <a:xfrm>
            <a:off x="76200" y="700087"/>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1" sz="2800" u="none">
              <a:solidFill>
                <a:schemeClr val="dk1"/>
              </a:solidFill>
              <a:latin typeface="Times New Roman"/>
              <a:ea typeface="Times New Roman"/>
              <a:cs typeface="Times New Roman"/>
              <a:sym typeface="Times New Roman"/>
            </a:endParaRPr>
          </a:p>
        </p:txBody>
      </p:sp>
      <p:sp>
        <p:nvSpPr>
          <p:cNvPr id="466" name="Google Shape;466;p24"/>
          <p:cNvSpPr txBox="1"/>
          <p:nvPr/>
        </p:nvSpPr>
        <p:spPr>
          <a:xfrm>
            <a:off x="711200" y="242887"/>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1" sz="2800" u="none">
              <a:solidFill>
                <a:schemeClr val="dk1"/>
              </a:solidFill>
              <a:latin typeface="Times New Roman"/>
              <a:ea typeface="Times New Roman"/>
              <a:cs typeface="Times New Roman"/>
              <a:sym typeface="Times New Roman"/>
            </a:endParaRPr>
          </a:p>
        </p:txBody>
      </p:sp>
      <p:sp>
        <p:nvSpPr>
          <p:cNvPr id="467" name="Google Shape;467;p24"/>
          <p:cNvSpPr txBox="1"/>
          <p:nvPr/>
        </p:nvSpPr>
        <p:spPr>
          <a:xfrm>
            <a:off x="442912" y="773112"/>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1" sz="2800" u="none">
              <a:solidFill>
                <a:schemeClr val="dk1"/>
              </a:solidFill>
              <a:latin typeface="Times New Roman"/>
              <a:ea typeface="Times New Roman"/>
              <a:cs typeface="Times New Roman"/>
              <a:sym typeface="Times New Roman"/>
            </a:endParaRPr>
          </a:p>
        </p:txBody>
      </p:sp>
      <p:sp>
        <p:nvSpPr>
          <p:cNvPr id="468" name="Google Shape;468;p24"/>
          <p:cNvSpPr txBox="1"/>
          <p:nvPr/>
        </p:nvSpPr>
        <p:spPr>
          <a:xfrm>
            <a:off x="152400" y="1447800"/>
            <a:ext cx="8839200" cy="3810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1" sz="2800" u="none">
              <a:solidFill>
                <a:schemeClr val="dk1"/>
              </a:solidFill>
              <a:latin typeface="Times New Roman"/>
              <a:ea typeface="Times New Roman"/>
              <a:cs typeface="Times New Roman"/>
              <a:sym typeface="Times New Roman"/>
            </a:endParaRPr>
          </a:p>
        </p:txBody>
      </p:sp>
      <p:sp>
        <p:nvSpPr>
          <p:cNvPr id="469" name="Google Shape;469;p24"/>
          <p:cNvSpPr txBox="1"/>
          <p:nvPr/>
        </p:nvSpPr>
        <p:spPr>
          <a:xfrm>
            <a:off x="228600" y="1295400"/>
            <a:ext cx="8534400" cy="3935412"/>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Times New Roman"/>
              <a:buNone/>
            </a:pPr>
            <a:r>
              <a:rPr b="1" i="1" lang="en-US" sz="2800" u="none">
                <a:solidFill>
                  <a:schemeClr val="dk1"/>
                </a:solidFill>
                <a:latin typeface="Times New Roman"/>
                <a:ea typeface="Times New Roman"/>
                <a:cs typeface="Times New Roman"/>
                <a:sym typeface="Times New Roman"/>
              </a:rPr>
              <a:t>What are the propagation time and the transmission time for a 2.5-kbyte message (an e-mail) if the bandwidth of the network is 1 Gbps? Assume that the distance between the sender and the receiver is 12,000 km and that light travels at 2.4 × 108 m/s.</a:t>
            </a:r>
            <a:endParaRPr/>
          </a:p>
          <a:p>
            <a:pPr indent="0" lvl="0" marL="0" marR="0" rtl="0" algn="just">
              <a:lnSpc>
                <a:spcPct val="100000"/>
              </a:lnSpc>
              <a:spcBef>
                <a:spcPts val="0"/>
              </a:spcBef>
              <a:spcAft>
                <a:spcPts val="0"/>
              </a:spcAft>
              <a:buClr>
                <a:schemeClr val="dk1"/>
              </a:buClr>
              <a:buSzPts val="2800"/>
              <a:buFont typeface="Times New Roman"/>
              <a:buNone/>
            </a:pPr>
            <a:r>
              <a:t/>
            </a:r>
            <a:endParaRPr b="1" i="1" sz="2800" u="none">
              <a:solidFill>
                <a:schemeClr val="dk1"/>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chemeClr val="hlink"/>
              </a:buClr>
              <a:buSzPts val="2800"/>
              <a:buFont typeface="Times New Roman"/>
              <a:buNone/>
            </a:pPr>
            <a:r>
              <a:rPr b="1" i="1" lang="en-US" sz="2800" u="none">
                <a:solidFill>
                  <a:schemeClr val="hlink"/>
                </a:solidFill>
                <a:latin typeface="Times New Roman"/>
                <a:ea typeface="Times New Roman"/>
                <a:cs typeface="Times New Roman"/>
                <a:sym typeface="Times New Roman"/>
              </a:rPr>
              <a:t>Solution</a:t>
            </a:r>
            <a:endParaRPr/>
          </a:p>
          <a:p>
            <a:pPr indent="0" lvl="0" marL="0" marR="0" rtl="0" algn="just">
              <a:lnSpc>
                <a:spcPct val="100000"/>
              </a:lnSpc>
              <a:spcBef>
                <a:spcPts val="0"/>
              </a:spcBef>
              <a:spcAft>
                <a:spcPts val="0"/>
              </a:spcAft>
              <a:buClr>
                <a:schemeClr val="dk1"/>
              </a:buClr>
              <a:buSzPts val="2800"/>
              <a:buFont typeface="Times New Roman"/>
              <a:buNone/>
            </a:pPr>
            <a:r>
              <a:rPr b="1" i="1" lang="en-US" sz="2800" u="none">
                <a:solidFill>
                  <a:schemeClr val="dk1"/>
                </a:solidFill>
                <a:latin typeface="Times New Roman"/>
                <a:ea typeface="Times New Roman"/>
                <a:cs typeface="Times New Roman"/>
                <a:sym typeface="Times New Roman"/>
              </a:rPr>
              <a:t>We can calculate the propagation and transmission time as shown on the next slide:</a:t>
            </a:r>
            <a:endParaRPr/>
          </a:p>
        </p:txBody>
      </p:sp>
      <p:sp>
        <p:nvSpPr>
          <p:cNvPr id="470" name="Google Shape;470;p24"/>
          <p:cNvSpPr txBox="1"/>
          <p:nvPr/>
        </p:nvSpPr>
        <p:spPr>
          <a:xfrm>
            <a:off x="1143000" y="182562"/>
            <a:ext cx="2487612"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3200"/>
              <a:buFont typeface="Times New Roman"/>
              <a:buNone/>
            </a:pPr>
            <a:r>
              <a:rPr b="1" i="1" lang="en-US" sz="3200" u="none">
                <a:solidFill>
                  <a:schemeClr val="hlink"/>
                </a:solidFill>
                <a:latin typeface="Times New Roman"/>
                <a:ea typeface="Times New Roman"/>
                <a:cs typeface="Times New Roman"/>
                <a:sym typeface="Times New Roman"/>
              </a:rPr>
              <a:t>Example 3.46</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5" name="Shape 475"/>
        <p:cNvGrpSpPr/>
        <p:nvPr/>
      </p:nvGrpSpPr>
      <p:grpSpPr>
        <a:xfrm>
          <a:off x="0" y="0"/>
          <a:ext cx="0" cy="0"/>
          <a:chOff x="0" y="0"/>
          <a:chExt cx="0" cy="0"/>
        </a:xfrm>
      </p:grpSpPr>
      <p:sp>
        <p:nvSpPr>
          <p:cNvPr id="476" name="Google Shape;476;p25"/>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a:solidFill>
                  <a:schemeClr val="dk1"/>
                </a:solidFill>
                <a:latin typeface="Arial"/>
                <a:ea typeface="Arial"/>
                <a:cs typeface="Arial"/>
                <a:sym typeface="Arial"/>
              </a:rPr>
              <a:t>3.</a:t>
            </a:r>
            <a:fld id="{00000000-1234-1234-1234-123412341234}" type="slidenum">
              <a:rPr b="1" i="0" lang="en-US" sz="2000" u="none">
                <a:solidFill>
                  <a:schemeClr val="dk1"/>
                </a:solidFill>
                <a:latin typeface="Arial"/>
                <a:ea typeface="Arial"/>
                <a:cs typeface="Arial"/>
                <a:sym typeface="Arial"/>
              </a:rPr>
              <a:t>‹#›</a:t>
            </a:fld>
            <a:endParaRPr/>
          </a:p>
        </p:txBody>
      </p:sp>
      <p:sp>
        <p:nvSpPr>
          <p:cNvPr id="477" name="Google Shape;477;p25"/>
          <p:cNvSpPr txBox="1"/>
          <p:nvPr/>
        </p:nvSpPr>
        <p:spPr>
          <a:xfrm>
            <a:off x="366712" y="350837"/>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1" sz="2800" u="none">
              <a:solidFill>
                <a:schemeClr val="dk1"/>
              </a:solidFill>
              <a:latin typeface="Times New Roman"/>
              <a:ea typeface="Times New Roman"/>
              <a:cs typeface="Times New Roman"/>
              <a:sym typeface="Times New Roman"/>
            </a:endParaRPr>
          </a:p>
        </p:txBody>
      </p:sp>
      <p:sp>
        <p:nvSpPr>
          <p:cNvPr id="478" name="Google Shape;478;p25"/>
          <p:cNvSpPr txBox="1"/>
          <p:nvPr/>
        </p:nvSpPr>
        <p:spPr>
          <a:xfrm>
            <a:off x="749300" y="350837"/>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1" sz="2800" u="none">
              <a:solidFill>
                <a:schemeClr val="dk1"/>
              </a:solidFill>
              <a:latin typeface="Times New Roman"/>
              <a:ea typeface="Times New Roman"/>
              <a:cs typeface="Times New Roman"/>
              <a:sym typeface="Times New Roman"/>
            </a:endParaRPr>
          </a:p>
        </p:txBody>
      </p:sp>
      <p:grpSp>
        <p:nvGrpSpPr>
          <p:cNvPr id="479" name="Google Shape;479;p25"/>
          <p:cNvGrpSpPr/>
          <p:nvPr/>
        </p:nvGrpSpPr>
        <p:grpSpPr>
          <a:xfrm>
            <a:off x="490537" y="773112"/>
            <a:ext cx="738187" cy="474662"/>
            <a:chOff x="309" y="487"/>
            <a:chExt cx="465" cy="299"/>
          </a:xfrm>
        </p:grpSpPr>
        <p:sp>
          <p:nvSpPr>
            <p:cNvPr id="480" name="Google Shape;480;p25"/>
            <p:cNvSpPr txBox="1"/>
            <p:nvPr/>
          </p:nvSpPr>
          <p:spPr>
            <a:xfrm>
              <a:off x="309" y="487"/>
              <a:ext cx="266" cy="299"/>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1" sz="2800" u="none">
                <a:solidFill>
                  <a:schemeClr val="dk1"/>
                </a:solidFill>
                <a:latin typeface="Times New Roman"/>
                <a:ea typeface="Times New Roman"/>
                <a:cs typeface="Times New Roman"/>
                <a:sym typeface="Times New Roman"/>
              </a:endParaRPr>
            </a:p>
          </p:txBody>
        </p:sp>
        <p:sp>
          <p:nvSpPr>
            <p:cNvPr id="481" name="Google Shape;481;p25"/>
            <p:cNvSpPr txBox="1"/>
            <p:nvPr/>
          </p:nvSpPr>
          <p:spPr>
            <a:xfrm>
              <a:off x="542" y="487"/>
              <a:ext cx="232" cy="299"/>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1" sz="2800" u="none">
                <a:solidFill>
                  <a:schemeClr val="dk1"/>
                </a:solidFill>
                <a:latin typeface="Times New Roman"/>
                <a:ea typeface="Times New Roman"/>
                <a:cs typeface="Times New Roman"/>
                <a:sym typeface="Times New Roman"/>
              </a:endParaRPr>
            </a:p>
          </p:txBody>
        </p:sp>
      </p:grpSp>
      <p:sp>
        <p:nvSpPr>
          <p:cNvPr id="482" name="Google Shape;482;p25"/>
          <p:cNvSpPr txBox="1"/>
          <p:nvPr/>
        </p:nvSpPr>
        <p:spPr>
          <a:xfrm>
            <a:off x="76200" y="700087"/>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1" sz="2800" u="none">
              <a:solidFill>
                <a:schemeClr val="dk1"/>
              </a:solidFill>
              <a:latin typeface="Times New Roman"/>
              <a:ea typeface="Times New Roman"/>
              <a:cs typeface="Times New Roman"/>
              <a:sym typeface="Times New Roman"/>
            </a:endParaRPr>
          </a:p>
        </p:txBody>
      </p:sp>
      <p:sp>
        <p:nvSpPr>
          <p:cNvPr id="483" name="Google Shape;483;p25"/>
          <p:cNvSpPr txBox="1"/>
          <p:nvPr/>
        </p:nvSpPr>
        <p:spPr>
          <a:xfrm>
            <a:off x="711200" y="242887"/>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1" sz="2800" u="none">
              <a:solidFill>
                <a:schemeClr val="dk1"/>
              </a:solidFill>
              <a:latin typeface="Times New Roman"/>
              <a:ea typeface="Times New Roman"/>
              <a:cs typeface="Times New Roman"/>
              <a:sym typeface="Times New Roman"/>
            </a:endParaRPr>
          </a:p>
        </p:txBody>
      </p:sp>
      <p:sp>
        <p:nvSpPr>
          <p:cNvPr id="484" name="Google Shape;484;p25"/>
          <p:cNvSpPr txBox="1"/>
          <p:nvPr/>
        </p:nvSpPr>
        <p:spPr>
          <a:xfrm>
            <a:off x="442912" y="773112"/>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1" sz="2800" u="none">
              <a:solidFill>
                <a:schemeClr val="dk1"/>
              </a:solidFill>
              <a:latin typeface="Times New Roman"/>
              <a:ea typeface="Times New Roman"/>
              <a:cs typeface="Times New Roman"/>
              <a:sym typeface="Times New Roman"/>
            </a:endParaRPr>
          </a:p>
        </p:txBody>
      </p:sp>
      <p:sp>
        <p:nvSpPr>
          <p:cNvPr id="485" name="Google Shape;485;p25"/>
          <p:cNvSpPr txBox="1"/>
          <p:nvPr/>
        </p:nvSpPr>
        <p:spPr>
          <a:xfrm>
            <a:off x="152400" y="1447800"/>
            <a:ext cx="8839200" cy="3810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1" sz="2800" u="none">
              <a:solidFill>
                <a:schemeClr val="dk1"/>
              </a:solidFill>
              <a:latin typeface="Times New Roman"/>
              <a:ea typeface="Times New Roman"/>
              <a:cs typeface="Times New Roman"/>
              <a:sym typeface="Times New Roman"/>
            </a:endParaRPr>
          </a:p>
        </p:txBody>
      </p:sp>
      <p:sp>
        <p:nvSpPr>
          <p:cNvPr id="486" name="Google Shape;486;p25"/>
          <p:cNvSpPr txBox="1"/>
          <p:nvPr/>
        </p:nvSpPr>
        <p:spPr>
          <a:xfrm>
            <a:off x="228600" y="3838575"/>
            <a:ext cx="8534400" cy="1800225"/>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Times New Roman"/>
              <a:buNone/>
            </a:pPr>
            <a:r>
              <a:rPr b="1" i="1" lang="en-US" sz="2800" u="none">
                <a:solidFill>
                  <a:schemeClr val="dk1"/>
                </a:solidFill>
                <a:latin typeface="Times New Roman"/>
                <a:ea typeface="Times New Roman"/>
                <a:cs typeface="Times New Roman"/>
                <a:sym typeface="Times New Roman"/>
              </a:rPr>
              <a:t>Note that in this case, because the message is short and the bandwidth is high, the dominant factor is the propagation time, not the transmission time. The transmission time can be ignored.</a:t>
            </a:r>
            <a:endParaRPr/>
          </a:p>
        </p:txBody>
      </p:sp>
      <p:sp>
        <p:nvSpPr>
          <p:cNvPr id="487" name="Google Shape;487;p25"/>
          <p:cNvSpPr txBox="1"/>
          <p:nvPr/>
        </p:nvSpPr>
        <p:spPr>
          <a:xfrm>
            <a:off x="1143000" y="182562"/>
            <a:ext cx="4529137"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3200"/>
              <a:buFont typeface="Times New Roman"/>
              <a:buNone/>
            </a:pPr>
            <a:r>
              <a:rPr b="1" i="1" lang="en-US" sz="3200" u="none">
                <a:solidFill>
                  <a:schemeClr val="hlink"/>
                </a:solidFill>
                <a:latin typeface="Times New Roman"/>
                <a:ea typeface="Times New Roman"/>
                <a:cs typeface="Times New Roman"/>
                <a:sym typeface="Times New Roman"/>
              </a:rPr>
              <a:t>Example 3.46 (continued)</a:t>
            </a:r>
            <a:endParaRPr/>
          </a:p>
        </p:txBody>
      </p:sp>
      <p:pic>
        <p:nvPicPr>
          <p:cNvPr id="488" name="Google Shape;488;p25"/>
          <p:cNvPicPr preferRelativeResize="0"/>
          <p:nvPr/>
        </p:nvPicPr>
        <p:blipFill rotWithShape="1">
          <a:blip r:embed="rId3">
            <a:alphaModFix/>
          </a:blip>
          <a:srcRect b="0" l="0" r="0" t="0"/>
          <a:stretch/>
        </p:blipFill>
        <p:spPr>
          <a:xfrm>
            <a:off x="1839912" y="1249362"/>
            <a:ext cx="5462587" cy="1646237"/>
          </a:xfrm>
          <a:prstGeom prst="rect">
            <a:avLst/>
          </a:prstGeom>
          <a:noFill/>
          <a:ln cap="flat" cmpd="thickThin" w="57150">
            <a:solidFill>
              <a:schemeClr val="folHlink"/>
            </a:solidFill>
            <a:prstDash val="solid"/>
            <a:miter lim="800000"/>
            <a:headEnd len="sm" w="sm" type="none"/>
            <a:tailEnd len="sm" w="sm" type="none"/>
          </a:ln>
        </p:spPr>
      </p:pic>
      <p:pic>
        <p:nvPicPr>
          <p:cNvPr id="489" name="Google Shape;489;p25"/>
          <p:cNvPicPr preferRelativeResize="0"/>
          <p:nvPr/>
        </p:nvPicPr>
        <p:blipFill rotWithShape="1">
          <a:blip r:embed="rId4">
            <a:alphaModFix/>
          </a:blip>
          <a:srcRect b="0" l="0" r="0" t="0"/>
          <a:stretch/>
        </p:blipFill>
        <p:spPr>
          <a:xfrm>
            <a:off x="6067425" y="182562"/>
            <a:ext cx="2924175" cy="76200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4" name="Shape 494"/>
        <p:cNvGrpSpPr/>
        <p:nvPr/>
      </p:nvGrpSpPr>
      <p:grpSpPr>
        <a:xfrm>
          <a:off x="0" y="0"/>
          <a:ext cx="0" cy="0"/>
          <a:chOff x="0" y="0"/>
          <a:chExt cx="0" cy="0"/>
        </a:xfrm>
      </p:grpSpPr>
      <p:sp>
        <p:nvSpPr>
          <p:cNvPr id="495" name="Google Shape;495;p26"/>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a:solidFill>
                  <a:schemeClr val="dk1"/>
                </a:solidFill>
                <a:latin typeface="Arial"/>
                <a:ea typeface="Arial"/>
                <a:cs typeface="Arial"/>
                <a:sym typeface="Arial"/>
              </a:rPr>
              <a:t>3.</a:t>
            </a:r>
            <a:fld id="{00000000-1234-1234-1234-123412341234}" type="slidenum">
              <a:rPr b="1" i="0" lang="en-US" sz="2000" u="none">
                <a:solidFill>
                  <a:schemeClr val="dk1"/>
                </a:solidFill>
                <a:latin typeface="Arial"/>
                <a:ea typeface="Arial"/>
                <a:cs typeface="Arial"/>
                <a:sym typeface="Arial"/>
              </a:rPr>
              <a:t>‹#›</a:t>
            </a:fld>
            <a:endParaRPr/>
          </a:p>
        </p:txBody>
      </p:sp>
      <p:cxnSp>
        <p:nvCxnSpPr>
          <p:cNvPr id="496" name="Google Shape;496;p26"/>
          <p:cNvCxnSpPr/>
          <p:nvPr/>
        </p:nvCxnSpPr>
        <p:spPr>
          <a:xfrm>
            <a:off x="152400" y="228600"/>
            <a:ext cx="8763000" cy="0"/>
          </a:xfrm>
          <a:prstGeom prst="straightConnector1">
            <a:avLst/>
          </a:prstGeom>
          <a:noFill/>
          <a:ln cap="flat" cmpd="sng" w="76200">
            <a:solidFill>
              <a:schemeClr val="hlink"/>
            </a:solidFill>
            <a:prstDash val="solid"/>
            <a:miter lim="800000"/>
            <a:headEnd len="med" w="med" type="none"/>
            <a:tailEnd len="med" w="med" type="none"/>
          </a:ln>
        </p:spPr>
      </p:cxnSp>
      <p:cxnSp>
        <p:nvCxnSpPr>
          <p:cNvPr id="497" name="Google Shape;497;p26"/>
          <p:cNvCxnSpPr/>
          <p:nvPr/>
        </p:nvCxnSpPr>
        <p:spPr>
          <a:xfrm>
            <a:off x="152400" y="1066800"/>
            <a:ext cx="8763000" cy="0"/>
          </a:xfrm>
          <a:prstGeom prst="straightConnector1">
            <a:avLst/>
          </a:prstGeom>
          <a:noFill/>
          <a:ln cap="flat" cmpd="sng" w="19050">
            <a:solidFill>
              <a:schemeClr val="hlink"/>
            </a:solidFill>
            <a:prstDash val="solid"/>
            <a:miter lim="800000"/>
            <a:headEnd len="med" w="med" type="none"/>
            <a:tailEnd len="med" w="med" type="none"/>
          </a:ln>
        </p:spPr>
      </p:cxnSp>
      <p:sp>
        <p:nvSpPr>
          <p:cNvPr id="498" name="Google Shape;498;p26"/>
          <p:cNvSpPr txBox="1"/>
          <p:nvPr/>
        </p:nvSpPr>
        <p:spPr>
          <a:xfrm>
            <a:off x="304800" y="457200"/>
            <a:ext cx="5405437"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folHlink"/>
              </a:buClr>
              <a:buSzPts val="2400"/>
              <a:buFont typeface="Times New Roman"/>
              <a:buNone/>
            </a:pPr>
            <a:r>
              <a:rPr b="1" i="0" lang="en-US" sz="2400" u="none">
                <a:solidFill>
                  <a:schemeClr val="folHlink"/>
                </a:solidFill>
                <a:latin typeface="Times New Roman"/>
                <a:ea typeface="Times New Roman"/>
                <a:cs typeface="Times New Roman"/>
                <a:sym typeface="Times New Roman"/>
              </a:rPr>
              <a:t>Figure 3.31  </a:t>
            </a:r>
            <a:r>
              <a:rPr b="1" i="1" lang="en-US" sz="2000" u="none">
                <a:solidFill>
                  <a:schemeClr val="dk1"/>
                </a:solidFill>
                <a:latin typeface="Times New Roman"/>
                <a:ea typeface="Times New Roman"/>
                <a:cs typeface="Times New Roman"/>
                <a:sym typeface="Times New Roman"/>
              </a:rPr>
              <a:t>Filling the link with bits for case 1</a:t>
            </a:r>
            <a:endParaRPr/>
          </a:p>
        </p:txBody>
      </p:sp>
      <p:cxnSp>
        <p:nvCxnSpPr>
          <p:cNvPr id="499" name="Google Shape;499;p26"/>
          <p:cNvCxnSpPr/>
          <p:nvPr/>
        </p:nvCxnSpPr>
        <p:spPr>
          <a:xfrm>
            <a:off x="152400" y="6248400"/>
            <a:ext cx="8763000" cy="0"/>
          </a:xfrm>
          <a:prstGeom prst="straightConnector1">
            <a:avLst/>
          </a:prstGeom>
          <a:noFill/>
          <a:ln cap="flat" cmpd="sng" w="76200">
            <a:solidFill>
              <a:schemeClr val="hlink"/>
            </a:solidFill>
            <a:prstDash val="solid"/>
            <a:miter lim="800000"/>
            <a:headEnd len="med" w="med" type="none"/>
            <a:tailEnd len="med" w="med" type="none"/>
          </a:ln>
        </p:spPr>
      </p:cxnSp>
      <p:pic>
        <p:nvPicPr>
          <p:cNvPr id="500" name="Google Shape;500;p26"/>
          <p:cNvPicPr preferRelativeResize="0"/>
          <p:nvPr/>
        </p:nvPicPr>
        <p:blipFill rotWithShape="1">
          <a:blip r:embed="rId3">
            <a:alphaModFix/>
          </a:blip>
          <a:srcRect b="0" l="0" r="0" t="0"/>
          <a:stretch/>
        </p:blipFill>
        <p:spPr>
          <a:xfrm>
            <a:off x="825500" y="2070100"/>
            <a:ext cx="7404100" cy="341630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5" name="Shape 505"/>
        <p:cNvGrpSpPr/>
        <p:nvPr/>
      </p:nvGrpSpPr>
      <p:grpSpPr>
        <a:xfrm>
          <a:off x="0" y="0"/>
          <a:ext cx="0" cy="0"/>
          <a:chOff x="0" y="0"/>
          <a:chExt cx="0" cy="0"/>
        </a:xfrm>
      </p:grpSpPr>
      <p:sp>
        <p:nvSpPr>
          <p:cNvPr id="506" name="Google Shape;506;p27"/>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a:solidFill>
                  <a:schemeClr val="dk1"/>
                </a:solidFill>
                <a:latin typeface="Arial"/>
                <a:ea typeface="Arial"/>
                <a:cs typeface="Arial"/>
                <a:sym typeface="Arial"/>
              </a:rPr>
              <a:t>3.</a:t>
            </a:r>
            <a:fld id="{00000000-1234-1234-1234-123412341234}" type="slidenum">
              <a:rPr b="1" i="0" lang="en-US" sz="2000" u="none">
                <a:solidFill>
                  <a:schemeClr val="dk1"/>
                </a:solidFill>
                <a:latin typeface="Arial"/>
                <a:ea typeface="Arial"/>
                <a:cs typeface="Arial"/>
                <a:sym typeface="Arial"/>
              </a:rPr>
              <a:t>‹#›</a:t>
            </a:fld>
            <a:endParaRPr/>
          </a:p>
        </p:txBody>
      </p:sp>
      <p:sp>
        <p:nvSpPr>
          <p:cNvPr id="507" name="Google Shape;507;p27"/>
          <p:cNvSpPr txBox="1"/>
          <p:nvPr/>
        </p:nvSpPr>
        <p:spPr>
          <a:xfrm>
            <a:off x="366712" y="350837"/>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1" sz="2800" u="none">
              <a:solidFill>
                <a:schemeClr val="dk1"/>
              </a:solidFill>
              <a:latin typeface="Times New Roman"/>
              <a:ea typeface="Times New Roman"/>
              <a:cs typeface="Times New Roman"/>
              <a:sym typeface="Times New Roman"/>
            </a:endParaRPr>
          </a:p>
        </p:txBody>
      </p:sp>
      <p:sp>
        <p:nvSpPr>
          <p:cNvPr id="508" name="Google Shape;508;p27"/>
          <p:cNvSpPr txBox="1"/>
          <p:nvPr/>
        </p:nvSpPr>
        <p:spPr>
          <a:xfrm>
            <a:off x="749300" y="350837"/>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1" sz="2800" u="none">
              <a:solidFill>
                <a:schemeClr val="dk1"/>
              </a:solidFill>
              <a:latin typeface="Times New Roman"/>
              <a:ea typeface="Times New Roman"/>
              <a:cs typeface="Times New Roman"/>
              <a:sym typeface="Times New Roman"/>
            </a:endParaRPr>
          </a:p>
        </p:txBody>
      </p:sp>
      <p:grpSp>
        <p:nvGrpSpPr>
          <p:cNvPr id="509" name="Google Shape;509;p27"/>
          <p:cNvGrpSpPr/>
          <p:nvPr/>
        </p:nvGrpSpPr>
        <p:grpSpPr>
          <a:xfrm>
            <a:off x="490537" y="773112"/>
            <a:ext cx="738187" cy="474662"/>
            <a:chOff x="309" y="487"/>
            <a:chExt cx="465" cy="299"/>
          </a:xfrm>
        </p:grpSpPr>
        <p:sp>
          <p:nvSpPr>
            <p:cNvPr id="510" name="Google Shape;510;p27"/>
            <p:cNvSpPr txBox="1"/>
            <p:nvPr/>
          </p:nvSpPr>
          <p:spPr>
            <a:xfrm>
              <a:off x="309" y="487"/>
              <a:ext cx="266" cy="299"/>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1" sz="2800" u="none">
                <a:solidFill>
                  <a:schemeClr val="dk1"/>
                </a:solidFill>
                <a:latin typeface="Times New Roman"/>
                <a:ea typeface="Times New Roman"/>
                <a:cs typeface="Times New Roman"/>
                <a:sym typeface="Times New Roman"/>
              </a:endParaRPr>
            </a:p>
          </p:txBody>
        </p:sp>
        <p:sp>
          <p:nvSpPr>
            <p:cNvPr id="511" name="Google Shape;511;p27"/>
            <p:cNvSpPr txBox="1"/>
            <p:nvPr/>
          </p:nvSpPr>
          <p:spPr>
            <a:xfrm>
              <a:off x="542" y="487"/>
              <a:ext cx="232" cy="299"/>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1" sz="2800" u="none">
                <a:solidFill>
                  <a:schemeClr val="dk1"/>
                </a:solidFill>
                <a:latin typeface="Times New Roman"/>
                <a:ea typeface="Times New Roman"/>
                <a:cs typeface="Times New Roman"/>
                <a:sym typeface="Times New Roman"/>
              </a:endParaRPr>
            </a:p>
          </p:txBody>
        </p:sp>
      </p:grpSp>
      <p:sp>
        <p:nvSpPr>
          <p:cNvPr id="512" name="Google Shape;512;p27"/>
          <p:cNvSpPr txBox="1"/>
          <p:nvPr/>
        </p:nvSpPr>
        <p:spPr>
          <a:xfrm>
            <a:off x="76200" y="700087"/>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1" sz="2800" u="none">
              <a:solidFill>
                <a:schemeClr val="dk1"/>
              </a:solidFill>
              <a:latin typeface="Times New Roman"/>
              <a:ea typeface="Times New Roman"/>
              <a:cs typeface="Times New Roman"/>
              <a:sym typeface="Times New Roman"/>
            </a:endParaRPr>
          </a:p>
        </p:txBody>
      </p:sp>
      <p:sp>
        <p:nvSpPr>
          <p:cNvPr id="513" name="Google Shape;513;p27"/>
          <p:cNvSpPr txBox="1"/>
          <p:nvPr/>
        </p:nvSpPr>
        <p:spPr>
          <a:xfrm>
            <a:off x="711200" y="242887"/>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1" sz="2800" u="none">
              <a:solidFill>
                <a:schemeClr val="dk1"/>
              </a:solidFill>
              <a:latin typeface="Times New Roman"/>
              <a:ea typeface="Times New Roman"/>
              <a:cs typeface="Times New Roman"/>
              <a:sym typeface="Times New Roman"/>
            </a:endParaRPr>
          </a:p>
        </p:txBody>
      </p:sp>
      <p:sp>
        <p:nvSpPr>
          <p:cNvPr id="514" name="Google Shape;514;p27"/>
          <p:cNvSpPr txBox="1"/>
          <p:nvPr/>
        </p:nvSpPr>
        <p:spPr>
          <a:xfrm>
            <a:off x="442912" y="773112"/>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1" sz="2800" u="none">
              <a:solidFill>
                <a:schemeClr val="dk1"/>
              </a:solidFill>
              <a:latin typeface="Times New Roman"/>
              <a:ea typeface="Times New Roman"/>
              <a:cs typeface="Times New Roman"/>
              <a:sym typeface="Times New Roman"/>
            </a:endParaRPr>
          </a:p>
        </p:txBody>
      </p:sp>
      <p:sp>
        <p:nvSpPr>
          <p:cNvPr id="515" name="Google Shape;515;p27"/>
          <p:cNvSpPr txBox="1"/>
          <p:nvPr/>
        </p:nvSpPr>
        <p:spPr>
          <a:xfrm>
            <a:off x="152400" y="1447800"/>
            <a:ext cx="8839200" cy="3810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1" sz="2800" u="none">
              <a:solidFill>
                <a:schemeClr val="dk1"/>
              </a:solidFill>
              <a:latin typeface="Times New Roman"/>
              <a:ea typeface="Times New Roman"/>
              <a:cs typeface="Times New Roman"/>
              <a:sym typeface="Times New Roman"/>
            </a:endParaRPr>
          </a:p>
        </p:txBody>
      </p:sp>
      <p:sp>
        <p:nvSpPr>
          <p:cNvPr id="516" name="Google Shape;516;p27"/>
          <p:cNvSpPr txBox="1"/>
          <p:nvPr/>
        </p:nvSpPr>
        <p:spPr>
          <a:xfrm>
            <a:off x="228600" y="1447800"/>
            <a:ext cx="8534400" cy="2227262"/>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Times New Roman"/>
              <a:buNone/>
            </a:pPr>
            <a:r>
              <a:rPr b="1" i="1" lang="en-US" sz="2800" u="none">
                <a:solidFill>
                  <a:schemeClr val="dk1"/>
                </a:solidFill>
                <a:latin typeface="Times New Roman"/>
                <a:ea typeface="Times New Roman"/>
                <a:cs typeface="Times New Roman"/>
                <a:sym typeface="Times New Roman"/>
              </a:rPr>
              <a:t>We can think about the link between two points as a pipe. The cross section of the pipe represents the bandwidth, and the length of the pipe represents the delay. We can say the volume of the pipe defines the bandwidth-delay product, as shown in Figure 3.33.</a:t>
            </a:r>
            <a:endParaRPr/>
          </a:p>
        </p:txBody>
      </p:sp>
      <p:sp>
        <p:nvSpPr>
          <p:cNvPr id="517" name="Google Shape;517;p27"/>
          <p:cNvSpPr txBox="1"/>
          <p:nvPr/>
        </p:nvSpPr>
        <p:spPr>
          <a:xfrm>
            <a:off x="1143000" y="182562"/>
            <a:ext cx="2487612"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3200"/>
              <a:buFont typeface="Times New Roman"/>
              <a:buNone/>
            </a:pPr>
            <a:r>
              <a:rPr b="1" i="1" lang="en-US" sz="3200" u="none">
                <a:solidFill>
                  <a:schemeClr val="hlink"/>
                </a:solidFill>
                <a:latin typeface="Times New Roman"/>
                <a:ea typeface="Times New Roman"/>
                <a:cs typeface="Times New Roman"/>
                <a:sym typeface="Times New Roman"/>
              </a:rPr>
              <a:t>Example 3.48</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2" name="Shape 522"/>
        <p:cNvGrpSpPr/>
        <p:nvPr/>
      </p:nvGrpSpPr>
      <p:grpSpPr>
        <a:xfrm>
          <a:off x="0" y="0"/>
          <a:ext cx="0" cy="0"/>
          <a:chOff x="0" y="0"/>
          <a:chExt cx="0" cy="0"/>
        </a:xfrm>
      </p:grpSpPr>
      <p:sp>
        <p:nvSpPr>
          <p:cNvPr id="523" name="Google Shape;523;p28"/>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a:solidFill>
                  <a:schemeClr val="dk1"/>
                </a:solidFill>
                <a:latin typeface="Arial"/>
                <a:ea typeface="Arial"/>
                <a:cs typeface="Arial"/>
                <a:sym typeface="Arial"/>
              </a:rPr>
              <a:t>3.</a:t>
            </a:r>
            <a:fld id="{00000000-1234-1234-1234-123412341234}" type="slidenum">
              <a:rPr b="1" i="0" lang="en-US" sz="2000" u="none">
                <a:solidFill>
                  <a:schemeClr val="dk1"/>
                </a:solidFill>
                <a:latin typeface="Arial"/>
                <a:ea typeface="Arial"/>
                <a:cs typeface="Arial"/>
                <a:sym typeface="Arial"/>
              </a:rPr>
              <a:t>‹#›</a:t>
            </a:fld>
            <a:endParaRPr/>
          </a:p>
        </p:txBody>
      </p:sp>
      <p:cxnSp>
        <p:nvCxnSpPr>
          <p:cNvPr id="524" name="Google Shape;524;p28"/>
          <p:cNvCxnSpPr/>
          <p:nvPr/>
        </p:nvCxnSpPr>
        <p:spPr>
          <a:xfrm>
            <a:off x="152400" y="152400"/>
            <a:ext cx="8763000" cy="0"/>
          </a:xfrm>
          <a:prstGeom prst="straightConnector1">
            <a:avLst/>
          </a:prstGeom>
          <a:noFill/>
          <a:ln cap="flat" cmpd="sng" w="76200">
            <a:solidFill>
              <a:schemeClr val="hlink"/>
            </a:solidFill>
            <a:prstDash val="solid"/>
            <a:miter lim="800000"/>
            <a:headEnd len="med" w="med" type="none"/>
            <a:tailEnd len="med" w="med" type="none"/>
          </a:ln>
        </p:spPr>
      </p:cxnSp>
      <p:cxnSp>
        <p:nvCxnSpPr>
          <p:cNvPr id="525" name="Google Shape;525;p28"/>
          <p:cNvCxnSpPr/>
          <p:nvPr/>
        </p:nvCxnSpPr>
        <p:spPr>
          <a:xfrm>
            <a:off x="152400" y="990600"/>
            <a:ext cx="8763000" cy="0"/>
          </a:xfrm>
          <a:prstGeom prst="straightConnector1">
            <a:avLst/>
          </a:prstGeom>
          <a:noFill/>
          <a:ln cap="flat" cmpd="sng" w="19050">
            <a:solidFill>
              <a:schemeClr val="hlink"/>
            </a:solidFill>
            <a:prstDash val="solid"/>
            <a:miter lim="800000"/>
            <a:headEnd len="med" w="med" type="none"/>
            <a:tailEnd len="med" w="med" type="none"/>
          </a:ln>
        </p:spPr>
      </p:cxnSp>
      <p:sp>
        <p:nvSpPr>
          <p:cNvPr id="526" name="Google Shape;526;p28"/>
          <p:cNvSpPr txBox="1"/>
          <p:nvPr/>
        </p:nvSpPr>
        <p:spPr>
          <a:xfrm>
            <a:off x="304800" y="381000"/>
            <a:ext cx="5307012"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folHlink"/>
              </a:buClr>
              <a:buSzPts val="2400"/>
              <a:buFont typeface="Times New Roman"/>
              <a:buNone/>
            </a:pPr>
            <a:r>
              <a:rPr b="1" i="0" lang="en-US" sz="2400" u="none">
                <a:solidFill>
                  <a:schemeClr val="folHlink"/>
                </a:solidFill>
                <a:latin typeface="Times New Roman"/>
                <a:ea typeface="Times New Roman"/>
                <a:cs typeface="Times New Roman"/>
                <a:sym typeface="Times New Roman"/>
              </a:rPr>
              <a:t>Figure 3.32  </a:t>
            </a:r>
            <a:r>
              <a:rPr b="1" i="1" lang="en-US" sz="2000" u="none">
                <a:solidFill>
                  <a:schemeClr val="dk1"/>
                </a:solidFill>
                <a:latin typeface="Times New Roman"/>
                <a:ea typeface="Times New Roman"/>
                <a:cs typeface="Times New Roman"/>
                <a:sym typeface="Times New Roman"/>
              </a:rPr>
              <a:t>Filling the link with bits in case 2</a:t>
            </a:r>
            <a:endParaRPr/>
          </a:p>
        </p:txBody>
      </p:sp>
      <p:cxnSp>
        <p:nvCxnSpPr>
          <p:cNvPr id="527" name="Google Shape;527;p28"/>
          <p:cNvCxnSpPr/>
          <p:nvPr/>
        </p:nvCxnSpPr>
        <p:spPr>
          <a:xfrm>
            <a:off x="152400" y="6248400"/>
            <a:ext cx="8763000" cy="0"/>
          </a:xfrm>
          <a:prstGeom prst="straightConnector1">
            <a:avLst/>
          </a:prstGeom>
          <a:noFill/>
          <a:ln cap="flat" cmpd="sng" w="76200">
            <a:solidFill>
              <a:schemeClr val="hlink"/>
            </a:solidFill>
            <a:prstDash val="solid"/>
            <a:miter lim="800000"/>
            <a:headEnd len="med" w="med" type="none"/>
            <a:tailEnd len="med" w="med" type="none"/>
          </a:ln>
        </p:spPr>
      </p:cxnSp>
      <p:pic>
        <p:nvPicPr>
          <p:cNvPr id="528" name="Google Shape;528;p28"/>
          <p:cNvPicPr preferRelativeResize="0"/>
          <p:nvPr/>
        </p:nvPicPr>
        <p:blipFill rotWithShape="1">
          <a:blip r:embed="rId3">
            <a:alphaModFix/>
          </a:blip>
          <a:srcRect b="0" l="0" r="0" t="0"/>
          <a:stretch/>
        </p:blipFill>
        <p:spPr>
          <a:xfrm>
            <a:off x="690562" y="1598612"/>
            <a:ext cx="7386637" cy="4421187"/>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3" name="Shape 533"/>
        <p:cNvGrpSpPr/>
        <p:nvPr/>
      </p:nvGrpSpPr>
      <p:grpSpPr>
        <a:xfrm>
          <a:off x="0" y="0"/>
          <a:ext cx="0" cy="0"/>
          <a:chOff x="0" y="0"/>
          <a:chExt cx="0" cy="0"/>
        </a:xfrm>
      </p:grpSpPr>
      <p:sp>
        <p:nvSpPr>
          <p:cNvPr id="534" name="Google Shape;534;p29"/>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a:solidFill>
                  <a:schemeClr val="dk1"/>
                </a:solidFill>
                <a:latin typeface="Arial"/>
                <a:ea typeface="Arial"/>
                <a:cs typeface="Arial"/>
                <a:sym typeface="Arial"/>
              </a:rPr>
              <a:t>3.</a:t>
            </a:r>
            <a:fld id="{00000000-1234-1234-1234-123412341234}" type="slidenum">
              <a:rPr b="1" i="0" lang="en-US" sz="2000" u="none">
                <a:solidFill>
                  <a:schemeClr val="dk1"/>
                </a:solidFill>
                <a:latin typeface="Arial"/>
                <a:ea typeface="Arial"/>
                <a:cs typeface="Arial"/>
                <a:sym typeface="Arial"/>
              </a:rPr>
              <a:t>‹#›</a:t>
            </a:fld>
            <a:endParaRPr/>
          </a:p>
        </p:txBody>
      </p:sp>
      <p:sp>
        <p:nvSpPr>
          <p:cNvPr id="535" name="Google Shape;535;p29"/>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1" sz="2800" u="none">
              <a:solidFill>
                <a:schemeClr val="dk1"/>
              </a:solidFill>
              <a:latin typeface="Times New Roman"/>
              <a:ea typeface="Times New Roman"/>
              <a:cs typeface="Times New Roman"/>
              <a:sym typeface="Times New Roman"/>
            </a:endParaRPr>
          </a:p>
        </p:txBody>
      </p:sp>
      <p:sp>
        <p:nvSpPr>
          <p:cNvPr id="536" name="Google Shape;536;p29"/>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1" sz="2800" u="none">
              <a:solidFill>
                <a:schemeClr val="dk1"/>
              </a:solidFill>
              <a:latin typeface="Times New Roman"/>
              <a:ea typeface="Times New Roman"/>
              <a:cs typeface="Times New Roman"/>
              <a:sym typeface="Times New Roman"/>
            </a:endParaRPr>
          </a:p>
        </p:txBody>
      </p:sp>
      <p:sp>
        <p:nvSpPr>
          <p:cNvPr id="537" name="Google Shape;537;p29"/>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1" sz="2800" u="none">
              <a:solidFill>
                <a:schemeClr val="dk1"/>
              </a:solidFill>
              <a:latin typeface="Times New Roman"/>
              <a:ea typeface="Times New Roman"/>
              <a:cs typeface="Times New Roman"/>
              <a:sym typeface="Times New Roman"/>
            </a:endParaRPr>
          </a:p>
        </p:txBody>
      </p:sp>
      <p:sp>
        <p:nvSpPr>
          <p:cNvPr id="538" name="Google Shape;538;p29"/>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1" sz="2800" u="none">
              <a:solidFill>
                <a:schemeClr val="dk1"/>
              </a:solidFill>
              <a:latin typeface="Times New Roman"/>
              <a:ea typeface="Times New Roman"/>
              <a:cs typeface="Times New Roman"/>
              <a:sym typeface="Times New Roman"/>
            </a:endParaRPr>
          </a:p>
        </p:txBody>
      </p:sp>
      <p:sp>
        <p:nvSpPr>
          <p:cNvPr id="539" name="Google Shape;539;p29"/>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1" sz="2800" u="none">
              <a:solidFill>
                <a:schemeClr val="dk1"/>
              </a:solidFill>
              <a:latin typeface="Times New Roman"/>
              <a:ea typeface="Times New Roman"/>
              <a:cs typeface="Times New Roman"/>
              <a:sym typeface="Times New Roman"/>
            </a:endParaRPr>
          </a:p>
        </p:txBody>
      </p:sp>
      <p:sp>
        <p:nvSpPr>
          <p:cNvPr id="540" name="Google Shape;540;p29"/>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1" sz="2800" u="none">
              <a:solidFill>
                <a:schemeClr val="dk1"/>
              </a:solidFill>
              <a:latin typeface="Times New Roman"/>
              <a:ea typeface="Times New Roman"/>
              <a:cs typeface="Times New Roman"/>
              <a:sym typeface="Times New Roman"/>
            </a:endParaRPr>
          </a:p>
        </p:txBody>
      </p:sp>
      <p:sp>
        <p:nvSpPr>
          <p:cNvPr id="541" name="Google Shape;541;p29"/>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baseline="-25000" i="1" sz="2800" u="none">
              <a:solidFill>
                <a:schemeClr val="dk1"/>
              </a:solidFill>
              <a:latin typeface="Times New Roman"/>
              <a:ea typeface="Times New Roman"/>
              <a:cs typeface="Times New Roman"/>
              <a:sym typeface="Times New Roman"/>
            </a:endParaRPr>
          </a:p>
        </p:txBody>
      </p:sp>
      <p:cxnSp>
        <p:nvCxnSpPr>
          <p:cNvPr id="542" name="Google Shape;542;p29"/>
          <p:cNvCxnSpPr/>
          <p:nvPr/>
        </p:nvCxnSpPr>
        <p:spPr>
          <a:xfrm>
            <a:off x="457200" y="2514600"/>
            <a:ext cx="8153400" cy="0"/>
          </a:xfrm>
          <a:prstGeom prst="straightConnector1">
            <a:avLst/>
          </a:prstGeom>
          <a:noFill/>
          <a:ln cap="flat" cmpd="sng" w="76200">
            <a:solidFill>
              <a:srgbClr val="009900"/>
            </a:solidFill>
            <a:prstDash val="solid"/>
            <a:miter lim="800000"/>
            <a:headEnd len="med" w="med" type="none"/>
            <a:tailEnd len="med" w="med" type="none"/>
          </a:ln>
        </p:spPr>
      </p:cxnSp>
      <p:cxnSp>
        <p:nvCxnSpPr>
          <p:cNvPr id="543" name="Google Shape;543;p29"/>
          <p:cNvCxnSpPr/>
          <p:nvPr/>
        </p:nvCxnSpPr>
        <p:spPr>
          <a:xfrm>
            <a:off x="458787" y="3810000"/>
            <a:ext cx="8153400" cy="0"/>
          </a:xfrm>
          <a:prstGeom prst="straightConnector1">
            <a:avLst/>
          </a:prstGeom>
          <a:noFill/>
          <a:ln cap="flat" cmpd="sng" w="76200">
            <a:solidFill>
              <a:srgbClr val="009900"/>
            </a:solidFill>
            <a:prstDash val="solid"/>
            <a:miter lim="800000"/>
            <a:headEnd len="med" w="med" type="none"/>
            <a:tailEnd len="med" w="med" type="none"/>
          </a:ln>
        </p:spPr>
      </p:cxnSp>
      <p:sp>
        <p:nvSpPr>
          <p:cNvPr id="544" name="Google Shape;544;p29"/>
          <p:cNvSpPr txBox="1"/>
          <p:nvPr/>
        </p:nvSpPr>
        <p:spPr>
          <a:xfrm>
            <a:off x="495300" y="2606675"/>
            <a:ext cx="8077200" cy="1066800"/>
          </a:xfrm>
          <a:prstGeom prst="rect">
            <a:avLst/>
          </a:prstGeom>
          <a:solidFill>
            <a:srgbClr val="99FF33"/>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3200"/>
              <a:buFont typeface="Arial"/>
              <a:buNone/>
            </a:pPr>
            <a:r>
              <a:rPr b="1" i="0" lang="en-US" sz="3200" u="none">
                <a:solidFill>
                  <a:schemeClr val="dk1"/>
                </a:solidFill>
                <a:latin typeface="Arial"/>
                <a:ea typeface="Arial"/>
                <a:cs typeface="Arial"/>
                <a:sym typeface="Arial"/>
              </a:rPr>
              <a:t>The bandwidth-delay product defines the number of bits that can fill the link.</a:t>
            </a:r>
            <a:endParaRPr/>
          </a:p>
        </p:txBody>
      </p:sp>
      <p:grpSp>
        <p:nvGrpSpPr>
          <p:cNvPr id="545" name="Google Shape;545;p29"/>
          <p:cNvGrpSpPr/>
          <p:nvPr/>
        </p:nvGrpSpPr>
        <p:grpSpPr>
          <a:xfrm>
            <a:off x="457200" y="1871662"/>
            <a:ext cx="1143000" cy="566737"/>
            <a:chOff x="1200" y="1248"/>
            <a:chExt cx="720" cy="357"/>
          </a:xfrm>
        </p:grpSpPr>
        <p:pic>
          <p:nvPicPr>
            <p:cNvPr id="546" name="Google Shape;546;p29"/>
            <p:cNvPicPr preferRelativeResize="0"/>
            <p:nvPr/>
          </p:nvPicPr>
          <p:blipFill rotWithShape="1">
            <a:blip r:embed="rId3">
              <a:alphaModFix/>
            </a:blip>
            <a:srcRect b="0" l="0" r="0" t="0"/>
            <a:stretch/>
          </p:blipFill>
          <p:spPr>
            <a:xfrm>
              <a:off x="1200" y="1248"/>
              <a:ext cx="720" cy="357"/>
            </a:xfrm>
            <a:prstGeom prst="rect">
              <a:avLst/>
            </a:prstGeom>
            <a:noFill/>
            <a:ln>
              <a:noFill/>
            </a:ln>
          </p:spPr>
        </p:pic>
        <p:sp>
          <p:nvSpPr>
            <p:cNvPr id="547" name="Google Shape;547;p29"/>
            <p:cNvSpPr txBox="1"/>
            <p:nvPr/>
          </p:nvSpPr>
          <p:spPr>
            <a:xfrm>
              <a:off x="1284" y="1248"/>
              <a:ext cx="551" cy="32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2800"/>
                <a:buFont typeface="Times New Roman"/>
                <a:buNone/>
              </a:pPr>
              <a:r>
                <a:rPr b="1" i="1" lang="en-US" sz="2800" u="none">
                  <a:solidFill>
                    <a:schemeClr val="hlink"/>
                  </a:solidFill>
                  <a:latin typeface="Times New Roman"/>
                  <a:ea typeface="Times New Roman"/>
                  <a:cs typeface="Times New Roman"/>
                  <a:sym typeface="Times New Roman"/>
                </a:rPr>
                <a:t>Note</a:t>
              </a:r>
              <a:endParaRPr/>
            </a:p>
          </p:txBody>
        </p:sp>
      </p:gr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sp>
        <p:nvSpPr>
          <p:cNvPr id="553" name="Google Shape;553;p30"/>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a:solidFill>
                  <a:schemeClr val="dk1"/>
                </a:solidFill>
                <a:latin typeface="Arial"/>
                <a:ea typeface="Arial"/>
                <a:cs typeface="Arial"/>
                <a:sym typeface="Arial"/>
              </a:rPr>
              <a:t>3.</a:t>
            </a:r>
            <a:fld id="{00000000-1234-1234-1234-123412341234}" type="slidenum">
              <a:rPr b="1" i="0" lang="en-US" sz="2000" u="none">
                <a:solidFill>
                  <a:schemeClr val="dk1"/>
                </a:solidFill>
                <a:latin typeface="Arial"/>
                <a:ea typeface="Arial"/>
                <a:cs typeface="Arial"/>
                <a:sym typeface="Arial"/>
              </a:rPr>
              <a:t>‹#›</a:t>
            </a:fld>
            <a:endParaRPr/>
          </a:p>
        </p:txBody>
      </p:sp>
      <p:cxnSp>
        <p:nvCxnSpPr>
          <p:cNvPr id="554" name="Google Shape;554;p30"/>
          <p:cNvCxnSpPr/>
          <p:nvPr/>
        </p:nvCxnSpPr>
        <p:spPr>
          <a:xfrm>
            <a:off x="152400" y="533400"/>
            <a:ext cx="8763000" cy="0"/>
          </a:xfrm>
          <a:prstGeom prst="straightConnector1">
            <a:avLst/>
          </a:prstGeom>
          <a:noFill/>
          <a:ln cap="flat" cmpd="sng" w="76200">
            <a:solidFill>
              <a:schemeClr val="hlink"/>
            </a:solidFill>
            <a:prstDash val="solid"/>
            <a:miter lim="800000"/>
            <a:headEnd len="med" w="med" type="none"/>
            <a:tailEnd len="med" w="med" type="none"/>
          </a:ln>
        </p:spPr>
      </p:cxnSp>
      <p:cxnSp>
        <p:nvCxnSpPr>
          <p:cNvPr id="555" name="Google Shape;555;p30"/>
          <p:cNvCxnSpPr/>
          <p:nvPr/>
        </p:nvCxnSpPr>
        <p:spPr>
          <a:xfrm>
            <a:off x="152400" y="1371600"/>
            <a:ext cx="8763000" cy="0"/>
          </a:xfrm>
          <a:prstGeom prst="straightConnector1">
            <a:avLst/>
          </a:prstGeom>
          <a:noFill/>
          <a:ln cap="flat" cmpd="sng" w="19050">
            <a:solidFill>
              <a:schemeClr val="hlink"/>
            </a:solidFill>
            <a:prstDash val="solid"/>
            <a:miter lim="800000"/>
            <a:headEnd len="med" w="med" type="none"/>
            <a:tailEnd len="med" w="med" type="none"/>
          </a:ln>
        </p:spPr>
      </p:cxnSp>
      <p:sp>
        <p:nvSpPr>
          <p:cNvPr id="556" name="Google Shape;556;p30"/>
          <p:cNvSpPr txBox="1"/>
          <p:nvPr/>
        </p:nvSpPr>
        <p:spPr>
          <a:xfrm>
            <a:off x="304800" y="762000"/>
            <a:ext cx="560705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folHlink"/>
              </a:buClr>
              <a:buSzPts val="2400"/>
              <a:buFont typeface="Times New Roman"/>
              <a:buNone/>
            </a:pPr>
            <a:r>
              <a:rPr b="1" i="0" lang="en-US" sz="2400" u="none">
                <a:solidFill>
                  <a:schemeClr val="folHlink"/>
                </a:solidFill>
                <a:latin typeface="Times New Roman"/>
                <a:ea typeface="Times New Roman"/>
                <a:cs typeface="Times New Roman"/>
                <a:sym typeface="Times New Roman"/>
              </a:rPr>
              <a:t>Figure 3.33  </a:t>
            </a:r>
            <a:r>
              <a:rPr b="1" i="1" lang="en-US" sz="2000" u="none">
                <a:solidFill>
                  <a:schemeClr val="dk1"/>
                </a:solidFill>
                <a:latin typeface="Times New Roman"/>
                <a:ea typeface="Times New Roman"/>
                <a:cs typeface="Times New Roman"/>
                <a:sym typeface="Times New Roman"/>
              </a:rPr>
              <a:t>Concept of bandwidth-delay product</a:t>
            </a:r>
            <a:endParaRPr/>
          </a:p>
        </p:txBody>
      </p:sp>
      <p:cxnSp>
        <p:nvCxnSpPr>
          <p:cNvPr id="557" name="Google Shape;557;p30"/>
          <p:cNvCxnSpPr/>
          <p:nvPr/>
        </p:nvCxnSpPr>
        <p:spPr>
          <a:xfrm>
            <a:off x="152400" y="6248400"/>
            <a:ext cx="8763000" cy="0"/>
          </a:xfrm>
          <a:prstGeom prst="straightConnector1">
            <a:avLst/>
          </a:prstGeom>
          <a:noFill/>
          <a:ln cap="flat" cmpd="sng" w="76200">
            <a:solidFill>
              <a:schemeClr val="hlink"/>
            </a:solidFill>
            <a:prstDash val="solid"/>
            <a:miter lim="800000"/>
            <a:headEnd len="med" w="med" type="none"/>
            <a:tailEnd len="med" w="med" type="none"/>
          </a:ln>
        </p:spPr>
      </p:cxnSp>
      <p:pic>
        <p:nvPicPr>
          <p:cNvPr id="558" name="Google Shape;558;p30"/>
          <p:cNvPicPr preferRelativeResize="0"/>
          <p:nvPr/>
        </p:nvPicPr>
        <p:blipFill rotWithShape="1">
          <a:blip r:embed="rId3">
            <a:alphaModFix/>
          </a:blip>
          <a:srcRect b="0" l="0" r="0" t="0"/>
          <a:stretch/>
        </p:blipFill>
        <p:spPr>
          <a:xfrm>
            <a:off x="617537" y="3076575"/>
            <a:ext cx="7916862" cy="1266825"/>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2" name="Shape 562"/>
        <p:cNvGrpSpPr/>
        <p:nvPr/>
      </p:nvGrpSpPr>
      <p:grpSpPr>
        <a:xfrm>
          <a:off x="0" y="0"/>
          <a:ext cx="0" cy="0"/>
          <a:chOff x="0" y="0"/>
          <a:chExt cx="0" cy="0"/>
        </a:xfrm>
      </p:grpSpPr>
      <p:sp>
        <p:nvSpPr>
          <p:cNvPr id="563" name="Google Shape;563;p31"/>
          <p:cNvSpPr txBox="1"/>
          <p:nvPr>
            <p:ph type="title"/>
          </p:nvPr>
        </p:nvSpPr>
        <p:spPr>
          <a:xfrm>
            <a:off x="457200" y="274637"/>
            <a:ext cx="8229600" cy="1143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4400">
              <a:solidFill>
                <a:schemeClr val="dk2"/>
              </a:solidFill>
              <a:latin typeface="Tahoma"/>
              <a:ea typeface="Tahoma"/>
              <a:cs typeface="Tahoma"/>
              <a:sym typeface="Tahoma"/>
            </a:endParaRPr>
          </a:p>
        </p:txBody>
      </p:sp>
      <p:sp>
        <p:nvSpPr>
          <p:cNvPr id="564" name="Google Shape;564;p31"/>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folHlink"/>
              </a:buClr>
              <a:buSzPts val="1920"/>
              <a:buFont typeface="Noto Sans Symbols"/>
              <a:buChar char="■"/>
            </a:pPr>
            <a:r>
              <a:rPr b="0" i="0" lang="en-US" sz="3200" u="none" cap="none" strike="noStrike">
                <a:solidFill>
                  <a:schemeClr val="dk1"/>
                </a:solidFill>
                <a:latin typeface="Tahoma"/>
                <a:ea typeface="Tahoma"/>
                <a:cs typeface="Tahoma"/>
                <a:sym typeface="Tahoma"/>
              </a:rPr>
              <a:t>Jitter</a:t>
            </a:r>
            <a:endParaRPr/>
          </a:p>
        </p:txBody>
      </p:sp>
      <p:sp>
        <p:nvSpPr>
          <p:cNvPr id="565" name="Google Shape;565;p31"/>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a:solidFill>
                  <a:schemeClr val="dk1"/>
                </a:solidFill>
                <a:latin typeface="Arial"/>
                <a:ea typeface="Arial"/>
                <a:cs typeface="Arial"/>
                <a:sym typeface="Arial"/>
              </a:rPr>
              <a:t>3.</a:t>
            </a:r>
            <a:fld id="{00000000-1234-1234-1234-123412341234}" type="slidenum">
              <a:rPr b="1" i="0" lang="en-US" sz="2000" u="none">
                <a:solidFill>
                  <a:schemeClr val="dk1"/>
                </a:solidFill>
                <a:latin typeface="Arial"/>
                <a:ea typeface="Arial"/>
                <a:cs typeface="Arial"/>
                <a:sym typeface="Arial"/>
              </a:rPr>
              <a:t>‹#›</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9" name="Shape 569"/>
        <p:cNvGrpSpPr/>
        <p:nvPr/>
      </p:nvGrpSpPr>
      <p:grpSpPr>
        <a:xfrm>
          <a:off x="0" y="0"/>
          <a:ext cx="0" cy="0"/>
          <a:chOff x="0" y="0"/>
          <a:chExt cx="0" cy="0"/>
        </a:xfrm>
      </p:grpSpPr>
      <p:sp>
        <p:nvSpPr>
          <p:cNvPr id="570" name="Google Shape;570;p32"/>
          <p:cNvSpPr txBox="1"/>
          <p:nvPr>
            <p:ph type="title"/>
          </p:nvPr>
        </p:nvSpPr>
        <p:spPr>
          <a:xfrm>
            <a:off x="457200" y="274637"/>
            <a:ext cx="8229600" cy="1143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2"/>
              </a:buClr>
              <a:buSzPts val="4400"/>
              <a:buFont typeface="Tahoma"/>
              <a:buNone/>
            </a:pPr>
            <a:r>
              <a:rPr b="0" i="0" lang="en-US" sz="4400" u="none">
                <a:solidFill>
                  <a:schemeClr val="dk2"/>
                </a:solidFill>
                <a:latin typeface="Tahoma"/>
                <a:ea typeface="Tahoma"/>
                <a:cs typeface="Tahoma"/>
                <a:sym typeface="Tahoma"/>
              </a:rPr>
              <a:t>Internet Terminology</a:t>
            </a:r>
            <a:endParaRPr/>
          </a:p>
        </p:txBody>
      </p:sp>
      <p:sp>
        <p:nvSpPr>
          <p:cNvPr id="571" name="Google Shape;571;p32"/>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220980" lvl="0" marL="342900" marR="0" rtl="0" algn="l">
              <a:spcBef>
                <a:spcPts val="0"/>
              </a:spcBef>
              <a:spcAft>
                <a:spcPts val="0"/>
              </a:spcAft>
              <a:buClr>
                <a:schemeClr val="folHlink"/>
              </a:buClr>
              <a:buSzPts val="1920"/>
              <a:buFont typeface="Noto Sans Symbols"/>
              <a:buNone/>
            </a:pPr>
            <a:r>
              <a:t/>
            </a:r>
            <a:endParaRPr sz="3200">
              <a:solidFill>
                <a:schemeClr val="dk1"/>
              </a:solidFill>
              <a:latin typeface="Tahoma"/>
              <a:ea typeface="Tahoma"/>
              <a:cs typeface="Tahoma"/>
              <a:sym typeface="Tahoma"/>
            </a:endParaRPr>
          </a:p>
        </p:txBody>
      </p:sp>
      <p:sp>
        <p:nvSpPr>
          <p:cNvPr id="572" name="Google Shape;572;p32"/>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a:solidFill>
                  <a:schemeClr val="dk1"/>
                </a:solidFill>
                <a:latin typeface="Arial"/>
                <a:ea typeface="Arial"/>
                <a:cs typeface="Arial"/>
                <a:sym typeface="Arial"/>
              </a:rPr>
              <a:t>3.</a:t>
            </a:r>
            <a:fld id="{00000000-1234-1234-1234-123412341234}" type="slidenum">
              <a:rPr b="1" i="0" lang="en-US" sz="2000" u="none">
                <a:solidFill>
                  <a:schemeClr val="dk1"/>
                </a:solidFill>
                <a:latin typeface="Arial"/>
                <a:ea typeface="Arial"/>
                <a:cs typeface="Arial"/>
                <a:sym typeface="Arial"/>
              </a:rPr>
              <a:t>‹#›</a:t>
            </a:fld>
            <a:endParaRPr/>
          </a:p>
        </p:txBody>
      </p:sp>
      <p:pic>
        <p:nvPicPr>
          <p:cNvPr id="573" name="Google Shape;573;p32"/>
          <p:cNvPicPr preferRelativeResize="0"/>
          <p:nvPr/>
        </p:nvPicPr>
        <p:blipFill rotWithShape="1">
          <a:blip r:embed="rId3">
            <a:alphaModFix/>
          </a:blip>
          <a:srcRect b="0" l="0" r="0" t="0"/>
          <a:stretch/>
        </p:blipFill>
        <p:spPr>
          <a:xfrm>
            <a:off x="304800" y="1524000"/>
            <a:ext cx="8382000" cy="3436937"/>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7" name="Shape 577"/>
        <p:cNvGrpSpPr/>
        <p:nvPr/>
      </p:nvGrpSpPr>
      <p:grpSpPr>
        <a:xfrm>
          <a:off x="0" y="0"/>
          <a:ext cx="0" cy="0"/>
          <a:chOff x="0" y="0"/>
          <a:chExt cx="0" cy="0"/>
        </a:xfrm>
      </p:grpSpPr>
      <p:sp>
        <p:nvSpPr>
          <p:cNvPr id="578" name="Google Shape;578;p33"/>
          <p:cNvSpPr txBox="1"/>
          <p:nvPr>
            <p:ph type="title"/>
          </p:nvPr>
        </p:nvSpPr>
        <p:spPr>
          <a:xfrm>
            <a:off x="457200" y="274637"/>
            <a:ext cx="8229600" cy="1143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2"/>
              </a:buClr>
              <a:buSzPts val="4400"/>
              <a:buFont typeface="Tahoma"/>
              <a:buNone/>
            </a:pPr>
            <a:r>
              <a:rPr b="0" i="0" lang="en-US" sz="4400" u="none">
                <a:solidFill>
                  <a:schemeClr val="dk2"/>
                </a:solidFill>
                <a:latin typeface="Tahoma"/>
                <a:ea typeface="Tahoma"/>
                <a:cs typeface="Tahoma"/>
                <a:sym typeface="Tahoma"/>
              </a:rPr>
              <a:t>Internet Terminology</a:t>
            </a:r>
            <a:endParaRPr/>
          </a:p>
        </p:txBody>
      </p:sp>
      <p:sp>
        <p:nvSpPr>
          <p:cNvPr id="579" name="Google Shape;579;p33"/>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220980" lvl="0" marL="342900" marR="0" rtl="0" algn="l">
              <a:spcBef>
                <a:spcPts val="0"/>
              </a:spcBef>
              <a:spcAft>
                <a:spcPts val="0"/>
              </a:spcAft>
              <a:buClr>
                <a:schemeClr val="folHlink"/>
              </a:buClr>
              <a:buSzPts val="1920"/>
              <a:buFont typeface="Noto Sans Symbols"/>
              <a:buNone/>
            </a:pPr>
            <a:r>
              <a:t/>
            </a:r>
            <a:endParaRPr sz="3200">
              <a:solidFill>
                <a:schemeClr val="dk1"/>
              </a:solidFill>
              <a:latin typeface="Tahoma"/>
              <a:ea typeface="Tahoma"/>
              <a:cs typeface="Tahoma"/>
              <a:sym typeface="Tahoma"/>
            </a:endParaRPr>
          </a:p>
        </p:txBody>
      </p:sp>
      <p:sp>
        <p:nvSpPr>
          <p:cNvPr id="580" name="Google Shape;580;p33"/>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a:solidFill>
                  <a:schemeClr val="dk1"/>
                </a:solidFill>
                <a:latin typeface="Arial"/>
                <a:ea typeface="Arial"/>
                <a:cs typeface="Arial"/>
                <a:sym typeface="Arial"/>
              </a:rPr>
              <a:t>3.</a:t>
            </a:r>
            <a:fld id="{00000000-1234-1234-1234-123412341234}" type="slidenum">
              <a:rPr b="1" i="0" lang="en-US" sz="2000" u="none">
                <a:solidFill>
                  <a:schemeClr val="dk1"/>
                </a:solidFill>
                <a:latin typeface="Arial"/>
                <a:ea typeface="Arial"/>
                <a:cs typeface="Arial"/>
                <a:sym typeface="Arial"/>
              </a:rPr>
              <a:t>‹#›</a:t>
            </a:fld>
            <a:endParaRPr/>
          </a:p>
        </p:txBody>
      </p:sp>
      <p:pic>
        <p:nvPicPr>
          <p:cNvPr id="581" name="Google Shape;581;p33"/>
          <p:cNvPicPr preferRelativeResize="0"/>
          <p:nvPr/>
        </p:nvPicPr>
        <p:blipFill rotWithShape="1">
          <a:blip r:embed="rId3">
            <a:alphaModFix/>
          </a:blip>
          <a:srcRect b="0" l="0" r="0" t="0"/>
          <a:stretch/>
        </p:blipFill>
        <p:spPr>
          <a:xfrm>
            <a:off x="609600" y="1676400"/>
            <a:ext cx="8001000" cy="4308475"/>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5" name="Shape 585"/>
        <p:cNvGrpSpPr/>
        <p:nvPr/>
      </p:nvGrpSpPr>
      <p:grpSpPr>
        <a:xfrm>
          <a:off x="0" y="0"/>
          <a:ext cx="0" cy="0"/>
          <a:chOff x="0" y="0"/>
          <a:chExt cx="0" cy="0"/>
        </a:xfrm>
      </p:grpSpPr>
      <p:sp>
        <p:nvSpPr>
          <p:cNvPr id="586" name="Google Shape;586;p34"/>
          <p:cNvSpPr txBox="1"/>
          <p:nvPr>
            <p:ph type="title"/>
          </p:nvPr>
        </p:nvSpPr>
        <p:spPr>
          <a:xfrm>
            <a:off x="457200" y="274637"/>
            <a:ext cx="8229600" cy="1143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4400">
              <a:solidFill>
                <a:schemeClr val="dk2"/>
              </a:solidFill>
              <a:latin typeface="Tahoma"/>
              <a:ea typeface="Tahoma"/>
              <a:cs typeface="Tahoma"/>
              <a:sym typeface="Tahoma"/>
            </a:endParaRPr>
          </a:p>
        </p:txBody>
      </p:sp>
      <p:sp>
        <p:nvSpPr>
          <p:cNvPr id="587" name="Google Shape;587;p34"/>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220980" lvl="0" marL="342900" marR="0" rtl="0" algn="l">
              <a:spcBef>
                <a:spcPts val="0"/>
              </a:spcBef>
              <a:spcAft>
                <a:spcPts val="0"/>
              </a:spcAft>
              <a:buClr>
                <a:schemeClr val="folHlink"/>
              </a:buClr>
              <a:buSzPts val="1920"/>
              <a:buFont typeface="Noto Sans Symbols"/>
              <a:buNone/>
            </a:pPr>
            <a:r>
              <a:t/>
            </a:r>
            <a:endParaRPr sz="3200">
              <a:solidFill>
                <a:schemeClr val="dk1"/>
              </a:solidFill>
              <a:latin typeface="Tahoma"/>
              <a:ea typeface="Tahoma"/>
              <a:cs typeface="Tahoma"/>
              <a:sym typeface="Tahoma"/>
            </a:endParaRPr>
          </a:p>
        </p:txBody>
      </p:sp>
      <p:sp>
        <p:nvSpPr>
          <p:cNvPr id="588" name="Google Shape;588;p34"/>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a:solidFill>
                  <a:schemeClr val="dk1"/>
                </a:solidFill>
                <a:latin typeface="Arial"/>
                <a:ea typeface="Arial"/>
                <a:cs typeface="Arial"/>
                <a:sym typeface="Arial"/>
              </a:rPr>
              <a:t>3.</a:t>
            </a:r>
            <a:fld id="{00000000-1234-1234-1234-123412341234}" type="slidenum">
              <a:rPr b="1" i="0" lang="en-US" sz="2000" u="none">
                <a:solidFill>
                  <a:schemeClr val="dk1"/>
                </a:solidFill>
                <a:latin typeface="Arial"/>
                <a:ea typeface="Arial"/>
                <a:cs typeface="Arial"/>
                <a:sym typeface="Arial"/>
              </a:rPr>
              <a:t>‹#›</a:t>
            </a:fld>
            <a:endParaRPr/>
          </a:p>
        </p:txBody>
      </p:sp>
      <p:pic>
        <p:nvPicPr>
          <p:cNvPr id="589" name="Google Shape;589;p34"/>
          <p:cNvPicPr preferRelativeResize="0"/>
          <p:nvPr/>
        </p:nvPicPr>
        <p:blipFill rotWithShape="1">
          <a:blip r:embed="rId3">
            <a:alphaModFix/>
          </a:blip>
          <a:srcRect b="0" l="0" r="0" t="0"/>
          <a:stretch/>
        </p:blipFill>
        <p:spPr>
          <a:xfrm>
            <a:off x="1752600" y="304800"/>
            <a:ext cx="5791200" cy="61912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1_Blends">
  <a:themeElements>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Blends">
  <a:themeElements>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2000-01-15T04:50:39Z</dcterms:created>
  <dc:creator>Valued Gateway Client</dc:creator>
</cp:coreProperties>
</file>